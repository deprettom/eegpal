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92" r:id="rId2"/>
    <p:sldId id="256" r:id="rId3"/>
    <p:sldId id="271" r:id="rId4"/>
    <p:sldId id="257" r:id="rId5"/>
    <p:sldId id="284" r:id="rId6"/>
    <p:sldId id="299" r:id="rId7"/>
    <p:sldId id="279" r:id="rId8"/>
    <p:sldId id="258" r:id="rId9"/>
    <p:sldId id="272" r:id="rId10"/>
    <p:sldId id="301" r:id="rId11"/>
    <p:sldId id="260" r:id="rId12"/>
    <p:sldId id="261" r:id="rId13"/>
    <p:sldId id="293" r:id="rId14"/>
    <p:sldId id="283" r:id="rId15"/>
    <p:sldId id="295" r:id="rId16"/>
    <p:sldId id="285" r:id="rId17"/>
    <p:sldId id="262" r:id="rId18"/>
    <p:sldId id="289" r:id="rId19"/>
    <p:sldId id="294" r:id="rId20"/>
    <p:sldId id="291" r:id="rId21"/>
    <p:sldId id="290" r:id="rId22"/>
    <p:sldId id="296" r:id="rId23"/>
    <p:sldId id="297" r:id="rId24"/>
    <p:sldId id="298" r:id="rId25"/>
    <p:sldId id="300" r:id="rId26"/>
    <p:sldId id="302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Window" id="{AD97A2C1-3B14-4BFC-A616-9BA657B99201}">
          <p14:sldIdLst>
            <p14:sldId id="292"/>
            <p14:sldId id="256"/>
            <p14:sldId id="271"/>
            <p14:sldId id="257"/>
            <p14:sldId id="284"/>
            <p14:sldId id="299"/>
          </p14:sldIdLst>
        </p14:section>
        <p14:section name="Bridge Detection" id="{289DD0EA-6D82-4EBA-A3F3-303ECA3C4C7B}">
          <p14:sldIdLst>
            <p14:sldId id="279"/>
          </p14:sldIdLst>
        </p14:section>
        <p14:section name="Filtring" id="{93AE3590-20C0-4E47-9430-4A7EE225DD2B}">
          <p14:sldIdLst>
            <p14:sldId id="258"/>
          </p14:sldIdLst>
        </p14:section>
        <p14:section name="ICA" id="{2A470EF1-2C50-4C05-AC81-D614125CFC4B}">
          <p14:sldIdLst>
            <p14:sldId id="272"/>
            <p14:sldId id="301"/>
          </p14:sldIdLst>
        </p14:section>
        <p14:section name="Interpolation" id="{2F3D51F2-38FA-430E-BF8A-F6AA5794C649}">
          <p14:sldIdLst>
            <p14:sldId id="260"/>
          </p14:sldIdLst>
        </p14:section>
        <p14:section name="Re-Ref" id="{8B2F3EC4-B640-4D20-8094-02AA9BB7A4DA}">
          <p14:sldIdLst>
            <p14:sldId id="261"/>
            <p14:sldId id="293"/>
          </p14:sldIdLst>
        </p14:section>
        <p14:section name="Epoching" id="{BE5F1953-1855-4361-86F1-FB62BE342A56}">
          <p14:sldIdLst>
            <p14:sldId id="283"/>
            <p14:sldId id="295"/>
          </p14:sldIdLst>
        </p14:section>
        <p14:section name="File Cut" id="{DEA1C609-BC0D-40E0-9005-D22EC25B9452}">
          <p14:sldIdLst>
            <p14:sldId id="285"/>
          </p14:sldIdLst>
        </p14:section>
        <p14:section name="Frequencying" id="{68112E2D-F207-4214-A1DF-88EAADD61136}">
          <p14:sldIdLst>
            <p14:sldId id="262"/>
          </p14:sldIdLst>
        </p14:section>
        <p14:section name="Peak and Trace export" id="{547D6727-7F9F-4066-AB7B-628195AC32DC}">
          <p14:sldIdLst>
            <p14:sldId id="289"/>
            <p14:sldId id="294"/>
            <p14:sldId id="291"/>
            <p14:sldId id="290"/>
          </p14:sldIdLst>
        </p14:section>
        <p14:section name="Full Design" id="{11C70962-FEF8-43C2-AEFE-C856B3F5E8D6}">
          <p14:sldIdLst>
            <p14:sldId id="296"/>
            <p14:sldId id="297"/>
          </p14:sldIdLst>
        </p14:section>
        <p14:section name="Statistics module" id="{9E53E7D9-F578-45AC-B396-A7154895A9D9}">
          <p14:sldIdLst>
            <p14:sldId id="298"/>
          </p14:sldIdLst>
        </p14:section>
        <p14:section name="Batch Processing" id="{8BC0B348-D8E6-4005-AC2E-BA9D79D5FD76}">
          <p14:sldIdLst>
            <p14:sldId id="300"/>
          </p14:sldIdLst>
        </p14:section>
        <p14:section name="GEDAI" id="{E6687ACD-1E16-4652-A832-DA1A6D567172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D6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1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8F081-F961-4F1D-B0FD-EEC61848747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83EE1-A198-44E6-8EE0-87093AF46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62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83EE1-A198-44E6-8EE0-87093AF467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4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6577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02041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621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5238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03880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1487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8264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8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6536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2363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3642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0654D-2F9E-40DC-B910-8F58A623289D}" type="datetimeFigureOut">
              <a:rPr lang="fr-CH" smtClean="0"/>
              <a:t>14.09.2026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3E0DD-F661-4EF4-80E8-EFF83EB1839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7842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C78CB33-B3D1-139A-651A-A43AB39C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75" y="333383"/>
            <a:ext cx="6628114" cy="5839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1ED4D9-8B6D-3E4C-6FA7-278CA750708B}"/>
              </a:ext>
            </a:extLst>
          </p:cNvPr>
          <p:cNvSpPr/>
          <p:nvPr/>
        </p:nvSpPr>
        <p:spPr>
          <a:xfrm>
            <a:off x="1159957" y="861061"/>
            <a:ext cx="1662349" cy="2644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CD552B-D8B2-5541-970D-CAB2AC857A00}"/>
              </a:ext>
            </a:extLst>
          </p:cNvPr>
          <p:cNvSpPr/>
          <p:nvPr/>
        </p:nvSpPr>
        <p:spPr>
          <a:xfrm>
            <a:off x="1155675" y="3640128"/>
            <a:ext cx="1679600" cy="203677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DBBE9C-FBC0-2A0A-C70E-6CA756C485D7}"/>
              </a:ext>
            </a:extLst>
          </p:cNvPr>
          <p:cNvSpPr/>
          <p:nvPr/>
        </p:nvSpPr>
        <p:spPr>
          <a:xfrm>
            <a:off x="2885731" y="558801"/>
            <a:ext cx="3108707" cy="4475162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7A260A-32C9-0147-7812-D5BD620A9164}"/>
              </a:ext>
            </a:extLst>
          </p:cNvPr>
          <p:cNvSpPr/>
          <p:nvPr/>
        </p:nvSpPr>
        <p:spPr>
          <a:xfrm>
            <a:off x="6057863" y="557979"/>
            <a:ext cx="1629144" cy="331298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CFB3F9-8A9D-9C56-3023-357D1E9988FF}"/>
              </a:ext>
            </a:extLst>
          </p:cNvPr>
          <p:cNvSpPr/>
          <p:nvPr/>
        </p:nvSpPr>
        <p:spPr>
          <a:xfrm>
            <a:off x="6057863" y="3922487"/>
            <a:ext cx="1629144" cy="98765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ZoneTexte 4">
            <a:extLst>
              <a:ext uri="{FF2B5EF4-FFF2-40B4-BE49-F238E27FC236}">
                <a16:creationId xmlns:a16="http://schemas.microsoft.com/office/drawing/2014/main" id="{A1E31644-D529-0B7A-7DD2-27EE1DA590E2}"/>
              </a:ext>
            </a:extLst>
          </p:cNvPr>
          <p:cNvSpPr txBox="1"/>
          <p:nvPr/>
        </p:nvSpPr>
        <p:spPr>
          <a:xfrm>
            <a:off x="832135" y="72520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ZoneTexte 4">
            <a:extLst>
              <a:ext uri="{FF2B5EF4-FFF2-40B4-BE49-F238E27FC236}">
                <a16:creationId xmlns:a16="http://schemas.microsoft.com/office/drawing/2014/main" id="{53B1CD76-350C-D7E9-401C-62F522DDA9A4}"/>
              </a:ext>
            </a:extLst>
          </p:cNvPr>
          <p:cNvSpPr txBox="1"/>
          <p:nvPr/>
        </p:nvSpPr>
        <p:spPr>
          <a:xfrm>
            <a:off x="2970115" y="18098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>
                <a:solidFill>
                  <a:schemeClr val="accent3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3" name="ZoneTexte 4">
            <a:extLst>
              <a:ext uri="{FF2B5EF4-FFF2-40B4-BE49-F238E27FC236}">
                <a16:creationId xmlns:a16="http://schemas.microsoft.com/office/drawing/2014/main" id="{27A916E5-7531-097A-ADC9-07DE5DF7FFED}"/>
              </a:ext>
            </a:extLst>
          </p:cNvPr>
          <p:cNvSpPr txBox="1"/>
          <p:nvPr/>
        </p:nvSpPr>
        <p:spPr>
          <a:xfrm>
            <a:off x="6591559" y="180982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endParaRPr lang="fr-CH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ZoneTexte 4">
            <a:extLst>
              <a:ext uri="{FF2B5EF4-FFF2-40B4-BE49-F238E27FC236}">
                <a16:creationId xmlns:a16="http://schemas.microsoft.com/office/drawing/2014/main" id="{286F71CF-53D4-3A87-602B-04D893A52053}"/>
              </a:ext>
            </a:extLst>
          </p:cNvPr>
          <p:cNvSpPr txBox="1"/>
          <p:nvPr/>
        </p:nvSpPr>
        <p:spPr>
          <a:xfrm>
            <a:off x="832135" y="3640128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endParaRPr lang="fr-CH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ZoneTexte 4">
            <a:extLst>
              <a:ext uri="{FF2B5EF4-FFF2-40B4-BE49-F238E27FC236}">
                <a16:creationId xmlns:a16="http://schemas.microsoft.com/office/drawing/2014/main" id="{57D91A62-4BC3-1D6C-BB80-A64BDC2F0980}"/>
              </a:ext>
            </a:extLst>
          </p:cNvPr>
          <p:cNvSpPr txBox="1"/>
          <p:nvPr/>
        </p:nvSpPr>
        <p:spPr>
          <a:xfrm>
            <a:off x="7695101" y="383824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>
                <a:solidFill>
                  <a:srgbClr val="7030A0"/>
                </a:solidFill>
              </a:rPr>
              <a:t>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3AF67D-A641-2240-3C04-DC1220DE3BFB}"/>
              </a:ext>
            </a:extLst>
          </p:cNvPr>
          <p:cNvSpPr/>
          <p:nvPr/>
        </p:nvSpPr>
        <p:spPr>
          <a:xfrm>
            <a:off x="2885731" y="5086350"/>
            <a:ext cx="3108707" cy="94773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ZoneTexte 4">
            <a:extLst>
              <a:ext uri="{FF2B5EF4-FFF2-40B4-BE49-F238E27FC236}">
                <a16:creationId xmlns:a16="http://schemas.microsoft.com/office/drawing/2014/main" id="{422F0410-C54E-5DD1-F25F-44A04DD058E3}"/>
              </a:ext>
            </a:extLst>
          </p:cNvPr>
          <p:cNvSpPr txBox="1"/>
          <p:nvPr/>
        </p:nvSpPr>
        <p:spPr>
          <a:xfrm>
            <a:off x="2845130" y="5624810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>
                <a:solidFill>
                  <a:srgbClr val="FFFF00"/>
                </a:solidFill>
              </a:rPr>
              <a:t>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4C401E-496A-8973-C523-42947D31ACBB}"/>
              </a:ext>
            </a:extLst>
          </p:cNvPr>
          <p:cNvSpPr/>
          <p:nvPr/>
        </p:nvSpPr>
        <p:spPr>
          <a:xfrm>
            <a:off x="6057863" y="4941889"/>
            <a:ext cx="1629144" cy="74771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ZoneTexte 4">
            <a:extLst>
              <a:ext uri="{FF2B5EF4-FFF2-40B4-BE49-F238E27FC236}">
                <a16:creationId xmlns:a16="http://schemas.microsoft.com/office/drawing/2014/main" id="{C1D9E209-6D3A-EF29-4F64-BA28E60C3443}"/>
              </a:ext>
            </a:extLst>
          </p:cNvPr>
          <p:cNvSpPr txBox="1"/>
          <p:nvPr/>
        </p:nvSpPr>
        <p:spPr>
          <a:xfrm>
            <a:off x="7686230" y="4831706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>
                <a:solidFill>
                  <a:schemeClr val="accent5">
                    <a:lumMod val="50000"/>
                  </a:schemeClr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37370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77E9F5-B943-035A-DCFB-2FEB9577A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91" y="657179"/>
            <a:ext cx="6391104" cy="563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33315" y="1163136"/>
            <a:ext cx="1735134" cy="26224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ZoneTexte 4"/>
          <p:cNvSpPr txBox="1"/>
          <p:nvPr/>
        </p:nvSpPr>
        <p:spPr>
          <a:xfrm>
            <a:off x="570715" y="116313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374560" y="12895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382820" y="19300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382589" y="23212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cxnSp>
        <p:nvCxnSpPr>
          <p:cNvPr id="8" name="Connecteur droit avec flèche 7"/>
          <p:cNvCxnSpPr/>
          <p:nvPr/>
        </p:nvCxnSpPr>
        <p:spPr>
          <a:xfrm flipV="1">
            <a:off x="2684275" y="1777169"/>
            <a:ext cx="722306" cy="145758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3255738" y="8446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11" name="ZoneTexte 12">
            <a:extLst>
              <a:ext uri="{FF2B5EF4-FFF2-40B4-BE49-F238E27FC236}">
                <a16:creationId xmlns:a16="http://schemas.microsoft.com/office/drawing/2014/main" id="{C0918F1D-BF4B-8B4C-2D5A-FC1F0BBB6692}"/>
              </a:ext>
            </a:extLst>
          </p:cNvPr>
          <p:cNvSpPr txBox="1"/>
          <p:nvPr/>
        </p:nvSpPr>
        <p:spPr>
          <a:xfrm>
            <a:off x="2072874" y="3343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738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FBE138B-3317-9BDC-CE8A-5C01A024B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8" y="521540"/>
            <a:ext cx="6697513" cy="59003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417989-8E2B-FF2D-D957-A7587E4B938C}"/>
              </a:ext>
            </a:extLst>
          </p:cNvPr>
          <p:cNvSpPr/>
          <p:nvPr/>
        </p:nvSpPr>
        <p:spPr>
          <a:xfrm>
            <a:off x="3131430" y="1069437"/>
            <a:ext cx="220996" cy="369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7AE39A-CE0F-EB5F-C4D5-2DD77EBE16FD}"/>
              </a:ext>
            </a:extLst>
          </p:cNvPr>
          <p:cNvSpPr txBox="1"/>
          <p:nvPr/>
        </p:nvSpPr>
        <p:spPr>
          <a:xfrm>
            <a:off x="3355797" y="8299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B31BA3A2-3208-B1BF-844D-9E76B4BF50C6}"/>
              </a:ext>
            </a:extLst>
          </p:cNvPr>
          <p:cNvCxnSpPr>
            <a:cxnSpLocks/>
          </p:cNvCxnSpPr>
          <p:nvPr/>
        </p:nvCxnSpPr>
        <p:spPr>
          <a:xfrm>
            <a:off x="3382452" y="1438770"/>
            <a:ext cx="3737704" cy="229198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7">
            <a:extLst>
              <a:ext uri="{FF2B5EF4-FFF2-40B4-BE49-F238E27FC236}">
                <a16:creationId xmlns:a16="http://schemas.microsoft.com/office/drawing/2014/main" id="{67F9373F-8C97-2E8F-F480-8EB718E5FAAC}"/>
              </a:ext>
            </a:extLst>
          </p:cNvPr>
          <p:cNvCxnSpPr>
            <a:cxnSpLocks/>
          </p:cNvCxnSpPr>
          <p:nvPr/>
        </p:nvCxnSpPr>
        <p:spPr>
          <a:xfrm flipH="1" flipV="1">
            <a:off x="4907433" y="1810513"/>
            <a:ext cx="2524032" cy="1837981"/>
          </a:xfrm>
          <a:prstGeom prst="straightConnector1">
            <a:avLst/>
          </a:prstGeom>
          <a:ln w="1905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22DBD36-96A3-C52A-E2DD-1EDA4CF997FB}"/>
              </a:ext>
            </a:extLst>
          </p:cNvPr>
          <p:cNvSpPr/>
          <p:nvPr/>
        </p:nvSpPr>
        <p:spPr>
          <a:xfrm>
            <a:off x="4384394" y="950869"/>
            <a:ext cx="462899" cy="79563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7" name="ZoneTexte 6">
            <a:extLst>
              <a:ext uri="{FF2B5EF4-FFF2-40B4-BE49-F238E27FC236}">
                <a16:creationId xmlns:a16="http://schemas.microsoft.com/office/drawing/2014/main" id="{9AA66CF1-35B7-2972-1D57-A83416AA21D4}"/>
              </a:ext>
            </a:extLst>
          </p:cNvPr>
          <p:cNvSpPr txBox="1"/>
          <p:nvPr/>
        </p:nvSpPr>
        <p:spPr>
          <a:xfrm>
            <a:off x="7498080" y="35625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8" name="ZoneTexte 6">
            <a:extLst>
              <a:ext uri="{FF2B5EF4-FFF2-40B4-BE49-F238E27FC236}">
                <a16:creationId xmlns:a16="http://schemas.microsoft.com/office/drawing/2014/main" id="{20A16422-F29A-C153-AB4F-4AB67938479C}"/>
              </a:ext>
            </a:extLst>
          </p:cNvPr>
          <p:cNvSpPr txBox="1"/>
          <p:nvPr/>
        </p:nvSpPr>
        <p:spPr>
          <a:xfrm>
            <a:off x="4505367" y="6453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466F8-2BB7-1D7C-9E3B-2E96458E56E1}"/>
              </a:ext>
            </a:extLst>
          </p:cNvPr>
          <p:cNvSpPr/>
          <p:nvPr/>
        </p:nvSpPr>
        <p:spPr>
          <a:xfrm>
            <a:off x="5996863" y="829973"/>
            <a:ext cx="1736288" cy="326653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9925590B-F21C-7923-4553-DDB69F712EBD}"/>
              </a:ext>
            </a:extLst>
          </p:cNvPr>
          <p:cNvSpPr txBox="1"/>
          <p:nvPr/>
        </p:nvSpPr>
        <p:spPr>
          <a:xfrm>
            <a:off x="6516835" y="454214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>
                <a:solidFill>
                  <a:schemeClr val="accent2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5" name="ZoneTexte 6">
            <a:extLst>
              <a:ext uri="{FF2B5EF4-FFF2-40B4-BE49-F238E27FC236}">
                <a16:creationId xmlns:a16="http://schemas.microsoft.com/office/drawing/2014/main" id="{B52D011D-AAF9-DB32-4BE4-2A3F465E6202}"/>
              </a:ext>
            </a:extLst>
          </p:cNvPr>
          <p:cNvSpPr txBox="1"/>
          <p:nvPr/>
        </p:nvSpPr>
        <p:spPr>
          <a:xfrm>
            <a:off x="6662739" y="20093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9" name="ZoneTexte 6">
            <a:extLst>
              <a:ext uri="{FF2B5EF4-FFF2-40B4-BE49-F238E27FC236}">
                <a16:creationId xmlns:a16="http://schemas.microsoft.com/office/drawing/2014/main" id="{8B4EC858-FD4E-B81D-849D-BAEC3FFF0DF3}"/>
              </a:ext>
            </a:extLst>
          </p:cNvPr>
          <p:cNvSpPr txBox="1"/>
          <p:nvPr/>
        </p:nvSpPr>
        <p:spPr>
          <a:xfrm>
            <a:off x="7431465" y="1159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EE0037-E6B6-88AA-AB2F-EDD165F88926}"/>
              </a:ext>
            </a:extLst>
          </p:cNvPr>
          <p:cNvSpPr/>
          <p:nvPr/>
        </p:nvSpPr>
        <p:spPr>
          <a:xfrm>
            <a:off x="4847293" y="5779008"/>
            <a:ext cx="227627" cy="265176"/>
          </a:xfrm>
          <a:prstGeom prst="rect">
            <a:avLst/>
          </a:prstGeom>
          <a:solidFill>
            <a:srgbClr val="6BD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7208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AB2181-D09B-613C-562F-084EFA6BD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327" y="332023"/>
            <a:ext cx="2852296" cy="251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DD438-9555-0CE9-5EE9-7AC01CBDE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916" y="2815730"/>
            <a:ext cx="5130631" cy="39361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18150" y="1736436"/>
            <a:ext cx="374650" cy="127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0" name="Connecteur droit avec flèche 9"/>
          <p:cNvCxnSpPr/>
          <p:nvPr/>
        </p:nvCxnSpPr>
        <p:spPr>
          <a:xfrm flipH="1">
            <a:off x="3230307" y="1902738"/>
            <a:ext cx="2261244" cy="10198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1512440" y="3337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475919" y="40570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490131" y="4598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3447" y="5150514"/>
            <a:ext cx="198734" cy="1232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 18"/>
          <p:cNvSpPr/>
          <p:nvPr/>
        </p:nvSpPr>
        <p:spPr>
          <a:xfrm>
            <a:off x="2764191" y="4809882"/>
            <a:ext cx="303789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ZoneTexte 20"/>
          <p:cNvSpPr txBox="1"/>
          <p:nvPr/>
        </p:nvSpPr>
        <p:spPr>
          <a:xfrm>
            <a:off x="1503562" y="63825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6" name="ZoneTexte 15">
            <a:extLst>
              <a:ext uri="{FF2B5EF4-FFF2-40B4-BE49-F238E27FC236}">
                <a16:creationId xmlns:a16="http://schemas.microsoft.com/office/drawing/2014/main" id="{58BB2375-A95A-FBF3-BF52-F3EFAAAF6FD0}"/>
              </a:ext>
            </a:extLst>
          </p:cNvPr>
          <p:cNvSpPr txBox="1"/>
          <p:nvPr/>
        </p:nvSpPr>
        <p:spPr>
          <a:xfrm>
            <a:off x="6537458" y="55818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5829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94471-98EA-12E8-B04D-4A1F4937B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91" y="629747"/>
            <a:ext cx="6391104" cy="563040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2503754" y="39087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503754" y="42113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494610" y="51564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cxnSp>
        <p:nvCxnSpPr>
          <p:cNvPr id="8" name="Connecteur droit avec flèche 7"/>
          <p:cNvCxnSpPr>
            <a:cxnSpLocks/>
          </p:cNvCxnSpPr>
          <p:nvPr/>
        </p:nvCxnSpPr>
        <p:spPr>
          <a:xfrm flipH="1">
            <a:off x="2465898" y="1806605"/>
            <a:ext cx="1027110" cy="226243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FAAD4E8-D373-C3DE-5515-C7B0B194B83A}"/>
              </a:ext>
            </a:extLst>
          </p:cNvPr>
          <p:cNvSpPr/>
          <p:nvPr/>
        </p:nvSpPr>
        <p:spPr>
          <a:xfrm>
            <a:off x="1847089" y="5165550"/>
            <a:ext cx="674953" cy="275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30096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172C00B-C501-53A7-A025-E9A63A82F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297" y="1402588"/>
            <a:ext cx="5369508" cy="4730400"/>
          </a:xfrm>
          <a:prstGeom prst="rect">
            <a:avLst/>
          </a:prstGeom>
        </p:spPr>
      </p:pic>
      <p:sp>
        <p:nvSpPr>
          <p:cNvPr id="5" name="ZoneTexte 6">
            <a:extLst>
              <a:ext uri="{FF2B5EF4-FFF2-40B4-BE49-F238E27FC236}">
                <a16:creationId xmlns:a16="http://schemas.microsoft.com/office/drawing/2014/main" id="{40447305-4C79-4A68-1CA0-859B525F6ED1}"/>
              </a:ext>
            </a:extLst>
          </p:cNvPr>
          <p:cNvSpPr txBox="1"/>
          <p:nvPr/>
        </p:nvSpPr>
        <p:spPr>
          <a:xfrm>
            <a:off x="5384740" y="56451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  <a:endParaRPr lang="fr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2FBF61-A7C7-940C-3DA5-D5946F8D2912}"/>
              </a:ext>
            </a:extLst>
          </p:cNvPr>
          <p:cNvSpPr/>
          <p:nvPr/>
        </p:nvSpPr>
        <p:spPr>
          <a:xfrm>
            <a:off x="4882829" y="5256252"/>
            <a:ext cx="2501602" cy="75342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A5966CE5-5C64-CAB0-2145-DF9A8DDBC5D6}"/>
              </a:ext>
            </a:extLst>
          </p:cNvPr>
          <p:cNvSpPr txBox="1"/>
          <p:nvPr/>
        </p:nvSpPr>
        <p:spPr>
          <a:xfrm>
            <a:off x="4963104" y="56451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  <a:endParaRPr lang="fr-CH" dirty="0"/>
          </a:p>
        </p:txBody>
      </p:sp>
      <p:sp>
        <p:nvSpPr>
          <p:cNvPr id="9" name="ZoneTexte 6">
            <a:extLst>
              <a:ext uri="{FF2B5EF4-FFF2-40B4-BE49-F238E27FC236}">
                <a16:creationId xmlns:a16="http://schemas.microsoft.com/office/drawing/2014/main" id="{986C4DA3-0107-7D3C-8AF4-2B70B422251E}"/>
              </a:ext>
            </a:extLst>
          </p:cNvPr>
          <p:cNvSpPr txBox="1"/>
          <p:nvPr/>
        </p:nvSpPr>
        <p:spPr>
          <a:xfrm>
            <a:off x="5812265" y="56451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</a:t>
            </a:r>
            <a:endParaRPr lang="fr-CH" dirty="0"/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47847117-6871-2232-274E-9CAF0767C8BB}"/>
              </a:ext>
            </a:extLst>
          </p:cNvPr>
          <p:cNvSpPr txBox="1"/>
          <p:nvPr/>
        </p:nvSpPr>
        <p:spPr>
          <a:xfrm>
            <a:off x="6440468" y="54474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</a:t>
            </a:r>
            <a:endParaRPr lang="fr-CH" dirty="0"/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5156CC31-5D89-2FE2-C831-DDA7B0B1D1B1}"/>
              </a:ext>
            </a:extLst>
          </p:cNvPr>
          <p:cNvSpPr txBox="1"/>
          <p:nvPr/>
        </p:nvSpPr>
        <p:spPr>
          <a:xfrm>
            <a:off x="6438520" y="56403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6</a:t>
            </a:r>
            <a:endParaRPr lang="fr-CH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177883-690F-05AF-0502-BCCF78D91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5" y="2941710"/>
            <a:ext cx="2540129" cy="9745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738734E-F028-4018-FCB2-80AA78D858BA}"/>
              </a:ext>
            </a:extLst>
          </p:cNvPr>
          <p:cNvSpPr/>
          <p:nvPr/>
        </p:nvSpPr>
        <p:spPr>
          <a:xfrm>
            <a:off x="1505038" y="3323242"/>
            <a:ext cx="771818" cy="4898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ZoneTexte 6">
            <a:extLst>
              <a:ext uri="{FF2B5EF4-FFF2-40B4-BE49-F238E27FC236}">
                <a16:creationId xmlns:a16="http://schemas.microsoft.com/office/drawing/2014/main" id="{EB847A78-0F4C-860D-7867-C8420C9FA5EE}"/>
              </a:ext>
            </a:extLst>
          </p:cNvPr>
          <p:cNvSpPr txBox="1"/>
          <p:nvPr/>
        </p:nvSpPr>
        <p:spPr>
          <a:xfrm>
            <a:off x="1801368" y="29539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cxnSp>
        <p:nvCxnSpPr>
          <p:cNvPr id="16" name="Connecteur droit avec flèche 7">
            <a:extLst>
              <a:ext uri="{FF2B5EF4-FFF2-40B4-BE49-F238E27FC236}">
                <a16:creationId xmlns:a16="http://schemas.microsoft.com/office/drawing/2014/main" id="{18045B6B-E488-E3F3-7B23-046C6FA0271B}"/>
              </a:ext>
            </a:extLst>
          </p:cNvPr>
          <p:cNvCxnSpPr>
            <a:cxnSpLocks/>
          </p:cNvCxnSpPr>
          <p:nvPr/>
        </p:nvCxnSpPr>
        <p:spPr>
          <a:xfrm>
            <a:off x="2103054" y="3813048"/>
            <a:ext cx="4110261" cy="140605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85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249F8-8A73-89C6-EFB2-CF9E9B72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30" y="406326"/>
            <a:ext cx="5050770" cy="4449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E86EDA-B82B-5E17-CF23-0ABA3BDF6556}"/>
              </a:ext>
            </a:extLst>
          </p:cNvPr>
          <p:cNvSpPr/>
          <p:nvPr/>
        </p:nvSpPr>
        <p:spPr>
          <a:xfrm>
            <a:off x="5617696" y="3269440"/>
            <a:ext cx="572791" cy="168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2406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48613B-FB43-8DD2-561E-4CACE579F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36" y="339616"/>
            <a:ext cx="7796046" cy="5814000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2267019" y="125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20" name="ZoneTexte 11">
            <a:extLst>
              <a:ext uri="{FF2B5EF4-FFF2-40B4-BE49-F238E27FC236}">
                <a16:creationId xmlns:a16="http://schemas.microsoft.com/office/drawing/2014/main" id="{FFA8DFB5-2F1C-9B84-C9C0-D6963781B6CC}"/>
              </a:ext>
            </a:extLst>
          </p:cNvPr>
          <p:cNvSpPr txBox="1"/>
          <p:nvPr/>
        </p:nvSpPr>
        <p:spPr>
          <a:xfrm>
            <a:off x="2338276" y="42761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21" name="ZoneTexte 11">
            <a:extLst>
              <a:ext uri="{FF2B5EF4-FFF2-40B4-BE49-F238E27FC236}">
                <a16:creationId xmlns:a16="http://schemas.microsoft.com/office/drawing/2014/main" id="{821BFEA9-8BB4-161F-25B5-65C4CDCF6DF1}"/>
              </a:ext>
            </a:extLst>
          </p:cNvPr>
          <p:cNvSpPr txBox="1"/>
          <p:nvPr/>
        </p:nvSpPr>
        <p:spPr>
          <a:xfrm>
            <a:off x="3534323" y="5819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4AA69-78E4-8292-BF54-B15EFD0EFD7F}"/>
              </a:ext>
            </a:extLst>
          </p:cNvPr>
          <p:cNvSpPr/>
          <p:nvPr/>
        </p:nvSpPr>
        <p:spPr>
          <a:xfrm>
            <a:off x="762907" y="588217"/>
            <a:ext cx="1887929" cy="56260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674ECA-4AB6-1933-2191-A9F5FEF8794C}"/>
              </a:ext>
            </a:extLst>
          </p:cNvPr>
          <p:cNvSpPr/>
          <p:nvPr/>
        </p:nvSpPr>
        <p:spPr>
          <a:xfrm>
            <a:off x="2702111" y="588218"/>
            <a:ext cx="3791055" cy="56398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C1F00-9D16-C0B9-A42F-7DF20CF60E58}"/>
              </a:ext>
            </a:extLst>
          </p:cNvPr>
          <p:cNvSpPr/>
          <p:nvPr/>
        </p:nvSpPr>
        <p:spPr>
          <a:xfrm>
            <a:off x="6539957" y="588218"/>
            <a:ext cx="2121099" cy="2476015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68A7B-1EB9-B234-5527-1BB014EE7344}"/>
              </a:ext>
            </a:extLst>
          </p:cNvPr>
          <p:cNvSpPr/>
          <p:nvPr/>
        </p:nvSpPr>
        <p:spPr>
          <a:xfrm>
            <a:off x="6537707" y="3428999"/>
            <a:ext cx="2123349" cy="2799051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771409-1A40-AD76-01B8-68D0244404F9}"/>
              </a:ext>
            </a:extLst>
          </p:cNvPr>
          <p:cNvSpPr txBox="1"/>
          <p:nvPr/>
        </p:nvSpPr>
        <p:spPr>
          <a:xfrm>
            <a:off x="425482" y="54500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AA0B4F-84FC-D576-3499-08F06DB96976}"/>
              </a:ext>
            </a:extLst>
          </p:cNvPr>
          <p:cNvSpPr txBox="1"/>
          <p:nvPr/>
        </p:nvSpPr>
        <p:spPr>
          <a:xfrm>
            <a:off x="2671789" y="28353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A5747-5A7D-B4DE-7BF2-637A9EEC7191}"/>
              </a:ext>
            </a:extLst>
          </p:cNvPr>
          <p:cNvSpPr txBox="1"/>
          <p:nvPr/>
        </p:nvSpPr>
        <p:spPr>
          <a:xfrm>
            <a:off x="6474292" y="28353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3DCCB3-9E02-BB28-F06E-15232B329748}"/>
              </a:ext>
            </a:extLst>
          </p:cNvPr>
          <p:cNvSpPr txBox="1"/>
          <p:nvPr/>
        </p:nvSpPr>
        <p:spPr>
          <a:xfrm>
            <a:off x="6474292" y="312280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A127DE-3FE1-3563-CC8D-BC7E3E05F886}"/>
              </a:ext>
            </a:extLst>
          </p:cNvPr>
          <p:cNvSpPr/>
          <p:nvPr/>
        </p:nvSpPr>
        <p:spPr>
          <a:xfrm>
            <a:off x="762907" y="4553527"/>
            <a:ext cx="1805798" cy="14778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11">
            <a:extLst>
              <a:ext uri="{FF2B5EF4-FFF2-40B4-BE49-F238E27FC236}">
                <a16:creationId xmlns:a16="http://schemas.microsoft.com/office/drawing/2014/main" id="{354C2BEC-AC46-ED4D-18FD-8656383CA664}"/>
              </a:ext>
            </a:extLst>
          </p:cNvPr>
          <p:cNvSpPr txBox="1"/>
          <p:nvPr/>
        </p:nvSpPr>
        <p:spPr>
          <a:xfrm>
            <a:off x="5157150" y="5819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A20E00-2223-42E6-5E86-4AA18EADC305}"/>
              </a:ext>
            </a:extLst>
          </p:cNvPr>
          <p:cNvSpPr/>
          <p:nvPr/>
        </p:nvSpPr>
        <p:spPr>
          <a:xfrm>
            <a:off x="2765206" y="905610"/>
            <a:ext cx="1705194" cy="941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ZoneTexte 11">
            <a:extLst>
              <a:ext uri="{FF2B5EF4-FFF2-40B4-BE49-F238E27FC236}">
                <a16:creationId xmlns:a16="http://schemas.microsoft.com/office/drawing/2014/main" id="{1A479972-CA01-1F67-00F9-DECAB8B6DAEC}"/>
              </a:ext>
            </a:extLst>
          </p:cNvPr>
          <p:cNvSpPr txBox="1"/>
          <p:nvPr/>
        </p:nvSpPr>
        <p:spPr>
          <a:xfrm>
            <a:off x="4421157" y="8312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29" name="ZoneTexte 11">
            <a:extLst>
              <a:ext uri="{FF2B5EF4-FFF2-40B4-BE49-F238E27FC236}">
                <a16:creationId xmlns:a16="http://schemas.microsoft.com/office/drawing/2014/main" id="{9CDCE65A-B5D0-EC45-990E-D05305466A91}"/>
              </a:ext>
            </a:extLst>
          </p:cNvPr>
          <p:cNvSpPr txBox="1"/>
          <p:nvPr/>
        </p:nvSpPr>
        <p:spPr>
          <a:xfrm>
            <a:off x="4446795" y="23875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30" name="ZoneTexte 11">
            <a:extLst>
              <a:ext uri="{FF2B5EF4-FFF2-40B4-BE49-F238E27FC236}">
                <a16:creationId xmlns:a16="http://schemas.microsoft.com/office/drawing/2014/main" id="{26D2DE59-18D9-5E48-001A-36FF3D2AEC72}"/>
              </a:ext>
            </a:extLst>
          </p:cNvPr>
          <p:cNvSpPr txBox="1"/>
          <p:nvPr/>
        </p:nvSpPr>
        <p:spPr>
          <a:xfrm>
            <a:off x="4409849" y="38570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31" name="ZoneTexte 11">
            <a:extLst>
              <a:ext uri="{FF2B5EF4-FFF2-40B4-BE49-F238E27FC236}">
                <a16:creationId xmlns:a16="http://schemas.microsoft.com/office/drawing/2014/main" id="{DE99671E-2A0A-DC12-7AA2-5CE764C45735}"/>
              </a:ext>
            </a:extLst>
          </p:cNvPr>
          <p:cNvSpPr txBox="1"/>
          <p:nvPr/>
        </p:nvSpPr>
        <p:spPr>
          <a:xfrm>
            <a:off x="8117776" y="7666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32" name="ZoneTexte 11">
            <a:extLst>
              <a:ext uri="{FF2B5EF4-FFF2-40B4-BE49-F238E27FC236}">
                <a16:creationId xmlns:a16="http://schemas.microsoft.com/office/drawing/2014/main" id="{53A8E3EF-2E55-CCC9-F722-E7F9CEA03A34}"/>
              </a:ext>
            </a:extLst>
          </p:cNvPr>
          <p:cNvSpPr txBox="1"/>
          <p:nvPr/>
        </p:nvSpPr>
        <p:spPr>
          <a:xfrm>
            <a:off x="8129254" y="17654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  <p:sp>
        <p:nvSpPr>
          <p:cNvPr id="33" name="ZoneTexte 11">
            <a:extLst>
              <a:ext uri="{FF2B5EF4-FFF2-40B4-BE49-F238E27FC236}">
                <a16:creationId xmlns:a16="http://schemas.microsoft.com/office/drawing/2014/main" id="{9DED9E37-1A14-B373-0254-E4A4620231FE}"/>
              </a:ext>
            </a:extLst>
          </p:cNvPr>
          <p:cNvSpPr txBox="1"/>
          <p:nvPr/>
        </p:nvSpPr>
        <p:spPr>
          <a:xfrm>
            <a:off x="8083074" y="20024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10</a:t>
            </a:r>
          </a:p>
        </p:txBody>
      </p:sp>
      <p:sp>
        <p:nvSpPr>
          <p:cNvPr id="34" name="ZoneTexte 11">
            <a:extLst>
              <a:ext uri="{FF2B5EF4-FFF2-40B4-BE49-F238E27FC236}">
                <a16:creationId xmlns:a16="http://schemas.microsoft.com/office/drawing/2014/main" id="{C59E148D-1C35-DF21-93C1-35E9B05D903B}"/>
              </a:ext>
            </a:extLst>
          </p:cNvPr>
          <p:cNvSpPr txBox="1"/>
          <p:nvPr/>
        </p:nvSpPr>
        <p:spPr>
          <a:xfrm>
            <a:off x="8091353" y="22071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11</a:t>
            </a:r>
          </a:p>
        </p:txBody>
      </p:sp>
      <p:sp>
        <p:nvSpPr>
          <p:cNvPr id="35" name="ZoneTexte 11">
            <a:extLst>
              <a:ext uri="{FF2B5EF4-FFF2-40B4-BE49-F238E27FC236}">
                <a16:creationId xmlns:a16="http://schemas.microsoft.com/office/drawing/2014/main" id="{D9BB22CE-E8EE-770E-0C55-B376C0BD9F50}"/>
              </a:ext>
            </a:extLst>
          </p:cNvPr>
          <p:cNvSpPr txBox="1"/>
          <p:nvPr/>
        </p:nvSpPr>
        <p:spPr>
          <a:xfrm>
            <a:off x="8099404" y="243029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12</a:t>
            </a:r>
          </a:p>
        </p:txBody>
      </p:sp>
      <p:sp>
        <p:nvSpPr>
          <p:cNvPr id="36" name="ZoneTexte 11">
            <a:extLst>
              <a:ext uri="{FF2B5EF4-FFF2-40B4-BE49-F238E27FC236}">
                <a16:creationId xmlns:a16="http://schemas.microsoft.com/office/drawing/2014/main" id="{E52BBA46-0F33-4D17-5386-1F90C0EB535B}"/>
              </a:ext>
            </a:extLst>
          </p:cNvPr>
          <p:cNvSpPr txBox="1"/>
          <p:nvPr/>
        </p:nvSpPr>
        <p:spPr>
          <a:xfrm>
            <a:off x="7926323" y="273649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13</a:t>
            </a:r>
          </a:p>
        </p:txBody>
      </p:sp>
      <p:sp>
        <p:nvSpPr>
          <p:cNvPr id="37" name="ZoneTexte 11">
            <a:extLst>
              <a:ext uri="{FF2B5EF4-FFF2-40B4-BE49-F238E27FC236}">
                <a16:creationId xmlns:a16="http://schemas.microsoft.com/office/drawing/2014/main" id="{CDD4C1BB-CAB7-6A14-A887-B6FC620BFD5D}"/>
              </a:ext>
            </a:extLst>
          </p:cNvPr>
          <p:cNvSpPr txBox="1"/>
          <p:nvPr/>
        </p:nvSpPr>
        <p:spPr>
          <a:xfrm>
            <a:off x="8307701" y="41500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14</a:t>
            </a:r>
          </a:p>
        </p:txBody>
      </p:sp>
      <p:sp>
        <p:nvSpPr>
          <p:cNvPr id="39" name="ZoneTexte 11">
            <a:extLst>
              <a:ext uri="{FF2B5EF4-FFF2-40B4-BE49-F238E27FC236}">
                <a16:creationId xmlns:a16="http://schemas.microsoft.com/office/drawing/2014/main" id="{9192D5D9-F73F-CDB8-7EEF-6307471D588E}"/>
              </a:ext>
            </a:extLst>
          </p:cNvPr>
          <p:cNvSpPr txBox="1"/>
          <p:nvPr/>
        </p:nvSpPr>
        <p:spPr>
          <a:xfrm>
            <a:off x="8242353" y="45535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15</a:t>
            </a:r>
          </a:p>
        </p:txBody>
      </p:sp>
      <p:sp>
        <p:nvSpPr>
          <p:cNvPr id="40" name="ZoneTexte 11">
            <a:extLst>
              <a:ext uri="{FF2B5EF4-FFF2-40B4-BE49-F238E27FC236}">
                <a16:creationId xmlns:a16="http://schemas.microsoft.com/office/drawing/2014/main" id="{B37A7484-A5E6-B2A1-EA65-062DCC3FDF18}"/>
              </a:ext>
            </a:extLst>
          </p:cNvPr>
          <p:cNvSpPr txBox="1"/>
          <p:nvPr/>
        </p:nvSpPr>
        <p:spPr>
          <a:xfrm>
            <a:off x="8268619" y="51029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16</a:t>
            </a:r>
          </a:p>
        </p:txBody>
      </p:sp>
      <p:sp>
        <p:nvSpPr>
          <p:cNvPr id="41" name="ZoneTexte 11">
            <a:extLst>
              <a:ext uri="{FF2B5EF4-FFF2-40B4-BE49-F238E27FC236}">
                <a16:creationId xmlns:a16="http://schemas.microsoft.com/office/drawing/2014/main" id="{53376A6C-743E-0965-64EA-6100C580B58C}"/>
              </a:ext>
            </a:extLst>
          </p:cNvPr>
          <p:cNvSpPr txBox="1"/>
          <p:nvPr/>
        </p:nvSpPr>
        <p:spPr>
          <a:xfrm>
            <a:off x="6957027" y="538391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02147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2256F150-0493-F241-4773-39A8CCF9F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575" y="16730"/>
            <a:ext cx="2819432" cy="24838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0272B9-22EC-DC84-F1CD-177FCD19F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2816319"/>
            <a:ext cx="5623761" cy="342880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C8A33CE-D68E-DA75-79C7-2C46112B5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613" y="674472"/>
            <a:ext cx="3202736" cy="28169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80EF3C6-6CC4-AE88-AFE2-99F30AC37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566" y="3514356"/>
            <a:ext cx="3249484" cy="22677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643A20B-BB0E-CB6E-E2A4-998341D3C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199" y="5842139"/>
            <a:ext cx="1651481" cy="9559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4DBC5F-FAEF-0399-168C-B61B9634E6DF}"/>
              </a:ext>
            </a:extLst>
          </p:cNvPr>
          <p:cNvSpPr/>
          <p:nvPr/>
        </p:nvSpPr>
        <p:spPr>
          <a:xfrm>
            <a:off x="3874294" y="1723494"/>
            <a:ext cx="289856" cy="98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8" name="Connecteur droit avec flèche 8">
            <a:extLst>
              <a:ext uri="{FF2B5EF4-FFF2-40B4-BE49-F238E27FC236}">
                <a16:creationId xmlns:a16="http://schemas.microsoft.com/office/drawing/2014/main" id="{E93E4501-D807-F850-D88A-FB7EA8F21CFA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803934" y="1821656"/>
            <a:ext cx="215288" cy="89761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5">
            <a:extLst>
              <a:ext uri="{FF2B5EF4-FFF2-40B4-BE49-F238E27FC236}">
                <a16:creationId xmlns:a16="http://schemas.microsoft.com/office/drawing/2014/main" id="{8AADBB78-8E96-8778-46BD-2EA4746FB4D6}"/>
              </a:ext>
            </a:extLst>
          </p:cNvPr>
          <p:cNvSpPr txBox="1"/>
          <p:nvPr/>
        </p:nvSpPr>
        <p:spPr>
          <a:xfrm>
            <a:off x="1242733" y="3012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DF9647-5940-2C8E-5F3A-C92B1976DE34}"/>
              </a:ext>
            </a:extLst>
          </p:cNvPr>
          <p:cNvSpPr txBox="1"/>
          <p:nvPr/>
        </p:nvSpPr>
        <p:spPr>
          <a:xfrm>
            <a:off x="-10334" y="249492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E5E52F-B8A1-C712-299A-B16377373148}"/>
              </a:ext>
            </a:extLst>
          </p:cNvPr>
          <p:cNvSpPr/>
          <p:nvPr/>
        </p:nvSpPr>
        <p:spPr>
          <a:xfrm>
            <a:off x="25400" y="2810906"/>
            <a:ext cx="1519020" cy="343421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1">
            <a:extLst>
              <a:ext uri="{FF2B5EF4-FFF2-40B4-BE49-F238E27FC236}">
                <a16:creationId xmlns:a16="http://schemas.microsoft.com/office/drawing/2014/main" id="{19A4A367-5FA9-4EBB-E24B-DB9B8E2277BA}"/>
              </a:ext>
            </a:extLst>
          </p:cNvPr>
          <p:cNvSpPr txBox="1"/>
          <p:nvPr/>
        </p:nvSpPr>
        <p:spPr>
          <a:xfrm>
            <a:off x="1530316" y="250193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>
                <a:solidFill>
                  <a:srgbClr val="00B0F0"/>
                </a:solidFill>
              </a:rPr>
              <a:t>B</a:t>
            </a:r>
          </a:p>
        </p:txBody>
      </p:sp>
      <p:sp>
        <p:nvSpPr>
          <p:cNvPr id="18" name="ZoneTexte 11">
            <a:extLst>
              <a:ext uri="{FF2B5EF4-FFF2-40B4-BE49-F238E27FC236}">
                <a16:creationId xmlns:a16="http://schemas.microsoft.com/office/drawing/2014/main" id="{DF9AE046-BA41-AD1C-4F14-AA03E4054CE5}"/>
              </a:ext>
            </a:extLst>
          </p:cNvPr>
          <p:cNvSpPr txBox="1"/>
          <p:nvPr/>
        </p:nvSpPr>
        <p:spPr>
          <a:xfrm>
            <a:off x="4438542" y="249690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>
                <a:solidFill>
                  <a:srgbClr val="00B0F0"/>
                </a:solidFill>
              </a:rPr>
              <a:t>C</a:t>
            </a:r>
          </a:p>
        </p:txBody>
      </p:sp>
      <p:sp>
        <p:nvSpPr>
          <p:cNvPr id="19" name="ZoneTexte 5">
            <a:extLst>
              <a:ext uri="{FF2B5EF4-FFF2-40B4-BE49-F238E27FC236}">
                <a16:creationId xmlns:a16="http://schemas.microsoft.com/office/drawing/2014/main" id="{E6A7AA89-0611-D6E6-53B6-C82E7463B680}"/>
              </a:ext>
            </a:extLst>
          </p:cNvPr>
          <p:cNvSpPr txBox="1"/>
          <p:nvPr/>
        </p:nvSpPr>
        <p:spPr>
          <a:xfrm>
            <a:off x="1304267" y="40178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20" name="ZoneTexte 5">
            <a:extLst>
              <a:ext uri="{FF2B5EF4-FFF2-40B4-BE49-F238E27FC236}">
                <a16:creationId xmlns:a16="http://schemas.microsoft.com/office/drawing/2014/main" id="{015B4563-D7D9-C58F-CD5D-C2306B2269BB}"/>
              </a:ext>
            </a:extLst>
          </p:cNvPr>
          <p:cNvSpPr txBox="1"/>
          <p:nvPr/>
        </p:nvSpPr>
        <p:spPr>
          <a:xfrm>
            <a:off x="4054282" y="277632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cxnSp>
        <p:nvCxnSpPr>
          <p:cNvPr id="21" name="Connecteur droit avec flèche 19">
            <a:extLst>
              <a:ext uri="{FF2B5EF4-FFF2-40B4-BE49-F238E27FC236}">
                <a16:creationId xmlns:a16="http://schemas.microsoft.com/office/drawing/2014/main" id="{394683D2-9BE5-FB3A-1244-A9A033730E74}"/>
              </a:ext>
            </a:extLst>
          </p:cNvPr>
          <p:cNvCxnSpPr>
            <a:cxnSpLocks/>
          </p:cNvCxnSpPr>
          <p:nvPr/>
        </p:nvCxnSpPr>
        <p:spPr>
          <a:xfrm>
            <a:off x="4217037" y="3066827"/>
            <a:ext cx="0" cy="2308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19">
            <a:extLst>
              <a:ext uri="{FF2B5EF4-FFF2-40B4-BE49-F238E27FC236}">
                <a16:creationId xmlns:a16="http://schemas.microsoft.com/office/drawing/2014/main" id="{10159351-50A7-E65F-0E6D-F16BE4C33F2F}"/>
              </a:ext>
            </a:extLst>
          </p:cNvPr>
          <p:cNvCxnSpPr>
            <a:cxnSpLocks/>
          </p:cNvCxnSpPr>
          <p:nvPr/>
        </p:nvCxnSpPr>
        <p:spPr>
          <a:xfrm flipV="1">
            <a:off x="4258463" y="1249866"/>
            <a:ext cx="1488304" cy="20981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D2C91B7-F442-2BC6-05CF-EAE25DA1D830}"/>
              </a:ext>
            </a:extLst>
          </p:cNvPr>
          <p:cNvSpPr/>
          <p:nvPr/>
        </p:nvSpPr>
        <p:spPr>
          <a:xfrm>
            <a:off x="5980365" y="831307"/>
            <a:ext cx="423514" cy="6482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C0DC8B-41E1-E429-01D3-3ADC1D10CC07}"/>
              </a:ext>
            </a:extLst>
          </p:cNvPr>
          <p:cNvSpPr/>
          <p:nvPr/>
        </p:nvSpPr>
        <p:spPr>
          <a:xfrm>
            <a:off x="6961152" y="831307"/>
            <a:ext cx="423514" cy="6482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2198BB5-0DE0-5F08-8730-63AF04443464}"/>
              </a:ext>
            </a:extLst>
          </p:cNvPr>
          <p:cNvCxnSpPr>
            <a:cxnSpLocks/>
          </p:cNvCxnSpPr>
          <p:nvPr/>
        </p:nvCxnSpPr>
        <p:spPr>
          <a:xfrm flipH="1">
            <a:off x="3435658" y="6390885"/>
            <a:ext cx="23699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520D298-2EEA-BA9A-50EA-8E20008B98AF}"/>
              </a:ext>
            </a:extLst>
          </p:cNvPr>
          <p:cNvCxnSpPr>
            <a:cxnSpLocks/>
          </p:cNvCxnSpPr>
          <p:nvPr/>
        </p:nvCxnSpPr>
        <p:spPr>
          <a:xfrm flipV="1">
            <a:off x="3435658" y="3429000"/>
            <a:ext cx="0" cy="2961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ZoneTexte 5">
            <a:extLst>
              <a:ext uri="{FF2B5EF4-FFF2-40B4-BE49-F238E27FC236}">
                <a16:creationId xmlns:a16="http://schemas.microsoft.com/office/drawing/2014/main" id="{618287B2-71D6-53CF-3464-C42CC33121B7}"/>
              </a:ext>
            </a:extLst>
          </p:cNvPr>
          <p:cNvSpPr txBox="1"/>
          <p:nvPr/>
        </p:nvSpPr>
        <p:spPr>
          <a:xfrm>
            <a:off x="5416698" y="4684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  <p:sp>
        <p:nvSpPr>
          <p:cNvPr id="44" name="ZoneTexte 5">
            <a:extLst>
              <a:ext uri="{FF2B5EF4-FFF2-40B4-BE49-F238E27FC236}">
                <a16:creationId xmlns:a16="http://schemas.microsoft.com/office/drawing/2014/main" id="{DD00B1D3-3C3D-59B5-3882-D86166E6A354}"/>
              </a:ext>
            </a:extLst>
          </p:cNvPr>
          <p:cNvSpPr txBox="1"/>
          <p:nvPr/>
        </p:nvSpPr>
        <p:spPr>
          <a:xfrm>
            <a:off x="4680010" y="56684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13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3472033-2193-FC72-4E03-D8736B63E02D}"/>
              </a:ext>
            </a:extLst>
          </p:cNvPr>
          <p:cNvCxnSpPr>
            <a:cxnSpLocks/>
          </p:cNvCxnSpPr>
          <p:nvPr/>
        </p:nvCxnSpPr>
        <p:spPr>
          <a:xfrm>
            <a:off x="6473649" y="2660876"/>
            <a:ext cx="408164" cy="751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37C1987-5D9D-0858-1E27-6542C74146F5}"/>
              </a:ext>
            </a:extLst>
          </p:cNvPr>
          <p:cNvCxnSpPr>
            <a:cxnSpLocks/>
          </p:cNvCxnSpPr>
          <p:nvPr/>
        </p:nvCxnSpPr>
        <p:spPr>
          <a:xfrm>
            <a:off x="5991323" y="840392"/>
            <a:ext cx="412556" cy="930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F47A525-5DA1-3917-E915-713C4704B216}"/>
              </a:ext>
            </a:extLst>
          </p:cNvPr>
          <p:cNvSpPr/>
          <p:nvPr/>
        </p:nvSpPr>
        <p:spPr>
          <a:xfrm>
            <a:off x="1534483" y="2810771"/>
            <a:ext cx="2963722" cy="342880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C97E05-CAE9-88D2-5593-F3E1BFA16A8C}"/>
              </a:ext>
            </a:extLst>
          </p:cNvPr>
          <p:cNvSpPr/>
          <p:nvPr/>
        </p:nvSpPr>
        <p:spPr>
          <a:xfrm>
            <a:off x="4493868" y="2808047"/>
            <a:ext cx="1152661" cy="343707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ZoneTexte 5">
            <a:extLst>
              <a:ext uri="{FF2B5EF4-FFF2-40B4-BE49-F238E27FC236}">
                <a16:creationId xmlns:a16="http://schemas.microsoft.com/office/drawing/2014/main" id="{0EE1F59E-31B5-8C14-7391-BC6F6AE59A0B}"/>
              </a:ext>
            </a:extLst>
          </p:cNvPr>
          <p:cNvSpPr txBox="1"/>
          <p:nvPr/>
        </p:nvSpPr>
        <p:spPr>
          <a:xfrm>
            <a:off x="1079885" y="54127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51" name="ZoneTexte 5">
            <a:extLst>
              <a:ext uri="{FF2B5EF4-FFF2-40B4-BE49-F238E27FC236}">
                <a16:creationId xmlns:a16="http://schemas.microsoft.com/office/drawing/2014/main" id="{1430173C-F755-5954-E6CD-019E6C8214BB}"/>
              </a:ext>
            </a:extLst>
          </p:cNvPr>
          <p:cNvSpPr txBox="1"/>
          <p:nvPr/>
        </p:nvSpPr>
        <p:spPr>
          <a:xfrm>
            <a:off x="6023574" y="42708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7b</a:t>
            </a:r>
          </a:p>
        </p:txBody>
      </p:sp>
      <p:sp>
        <p:nvSpPr>
          <p:cNvPr id="52" name="ZoneTexte 5">
            <a:extLst>
              <a:ext uri="{FF2B5EF4-FFF2-40B4-BE49-F238E27FC236}">
                <a16:creationId xmlns:a16="http://schemas.microsoft.com/office/drawing/2014/main" id="{7E2ABF71-41B8-9981-5ECE-A8D5F21B55D9}"/>
              </a:ext>
            </a:extLst>
          </p:cNvPr>
          <p:cNvSpPr txBox="1"/>
          <p:nvPr/>
        </p:nvSpPr>
        <p:spPr>
          <a:xfrm>
            <a:off x="6948939" y="42467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7b</a:t>
            </a:r>
          </a:p>
        </p:txBody>
      </p:sp>
      <p:sp>
        <p:nvSpPr>
          <p:cNvPr id="53" name="ZoneTexte 5">
            <a:extLst>
              <a:ext uri="{FF2B5EF4-FFF2-40B4-BE49-F238E27FC236}">
                <a16:creationId xmlns:a16="http://schemas.microsoft.com/office/drawing/2014/main" id="{E78D6381-F7C8-D30D-71BB-383B3C38DFDB}"/>
              </a:ext>
            </a:extLst>
          </p:cNvPr>
          <p:cNvSpPr txBox="1"/>
          <p:nvPr/>
        </p:nvSpPr>
        <p:spPr>
          <a:xfrm>
            <a:off x="7423819" y="618086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7d</a:t>
            </a:r>
          </a:p>
        </p:txBody>
      </p:sp>
      <p:cxnSp>
        <p:nvCxnSpPr>
          <p:cNvPr id="54" name="Connecteur droit avec flèche 19">
            <a:extLst>
              <a:ext uri="{FF2B5EF4-FFF2-40B4-BE49-F238E27FC236}">
                <a16:creationId xmlns:a16="http://schemas.microsoft.com/office/drawing/2014/main" id="{AFACB039-CE7E-E016-4903-69D871035A19}"/>
              </a:ext>
            </a:extLst>
          </p:cNvPr>
          <p:cNvCxnSpPr>
            <a:cxnSpLocks/>
          </p:cNvCxnSpPr>
          <p:nvPr/>
        </p:nvCxnSpPr>
        <p:spPr>
          <a:xfrm flipH="1">
            <a:off x="6878306" y="3279983"/>
            <a:ext cx="166" cy="18658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5">
            <a:extLst>
              <a:ext uri="{FF2B5EF4-FFF2-40B4-BE49-F238E27FC236}">
                <a16:creationId xmlns:a16="http://schemas.microsoft.com/office/drawing/2014/main" id="{2CE685EC-6DDD-78D3-ED19-3098AEC84336}"/>
              </a:ext>
            </a:extLst>
          </p:cNvPr>
          <p:cNvSpPr txBox="1"/>
          <p:nvPr/>
        </p:nvSpPr>
        <p:spPr>
          <a:xfrm>
            <a:off x="6141493" y="2597025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4914AA-4AB6-B3F0-F70B-4554B9ED0FBB}"/>
              </a:ext>
            </a:extLst>
          </p:cNvPr>
          <p:cNvSpPr/>
          <p:nvPr/>
        </p:nvSpPr>
        <p:spPr>
          <a:xfrm>
            <a:off x="6091201" y="5168772"/>
            <a:ext cx="2760365" cy="6526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278925-5F4F-61EF-9BF4-90BA96C89BA0}"/>
              </a:ext>
            </a:extLst>
          </p:cNvPr>
          <p:cNvSpPr/>
          <p:nvPr/>
        </p:nvSpPr>
        <p:spPr>
          <a:xfrm>
            <a:off x="8215313" y="5693726"/>
            <a:ext cx="95250" cy="6526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D2FBB37-1D79-76C5-59F1-AF0CFC2B553D}"/>
              </a:ext>
            </a:extLst>
          </p:cNvPr>
          <p:cNvCxnSpPr>
            <a:cxnSpLocks/>
          </p:cNvCxnSpPr>
          <p:nvPr/>
        </p:nvCxnSpPr>
        <p:spPr>
          <a:xfrm>
            <a:off x="6991717" y="840392"/>
            <a:ext cx="412556" cy="930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E3277B10-3AF7-908A-2AA5-F78E02AE5A9A}"/>
              </a:ext>
            </a:extLst>
          </p:cNvPr>
          <p:cNvSpPr/>
          <p:nvPr/>
        </p:nvSpPr>
        <p:spPr>
          <a:xfrm>
            <a:off x="6473649" y="2660876"/>
            <a:ext cx="435415" cy="6109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Connecteur droit avec flèche 19">
            <a:extLst>
              <a:ext uri="{FF2B5EF4-FFF2-40B4-BE49-F238E27FC236}">
                <a16:creationId xmlns:a16="http://schemas.microsoft.com/office/drawing/2014/main" id="{FE5B798D-4F5C-6975-E9D6-15A8C0F6599F}"/>
              </a:ext>
            </a:extLst>
          </p:cNvPr>
          <p:cNvCxnSpPr>
            <a:cxnSpLocks/>
          </p:cNvCxnSpPr>
          <p:nvPr/>
        </p:nvCxnSpPr>
        <p:spPr>
          <a:xfrm>
            <a:off x="6933713" y="5726357"/>
            <a:ext cx="0" cy="31142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5">
            <a:extLst>
              <a:ext uri="{FF2B5EF4-FFF2-40B4-BE49-F238E27FC236}">
                <a16:creationId xmlns:a16="http://schemas.microsoft.com/office/drawing/2014/main" id="{B8CA7021-3037-B99D-18C3-19170A791D17}"/>
              </a:ext>
            </a:extLst>
          </p:cNvPr>
          <p:cNvSpPr txBox="1"/>
          <p:nvPr/>
        </p:nvSpPr>
        <p:spPr>
          <a:xfrm>
            <a:off x="992546" y="38693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51D2E152-10C8-C797-4139-29C61EE647C9}"/>
              </a:ext>
            </a:extLst>
          </p:cNvPr>
          <p:cNvSpPr txBox="1"/>
          <p:nvPr/>
        </p:nvSpPr>
        <p:spPr>
          <a:xfrm>
            <a:off x="3550467" y="51800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1E60AD5D-7E32-5D57-7047-B5B37F72CE3B}"/>
              </a:ext>
            </a:extLst>
          </p:cNvPr>
          <p:cNvSpPr txBox="1"/>
          <p:nvPr/>
        </p:nvSpPr>
        <p:spPr>
          <a:xfrm>
            <a:off x="4189550" y="4610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3" name="ZoneTexte 5">
            <a:extLst>
              <a:ext uri="{FF2B5EF4-FFF2-40B4-BE49-F238E27FC236}">
                <a16:creationId xmlns:a16="http://schemas.microsoft.com/office/drawing/2014/main" id="{0A2E3089-4643-DF66-CE70-C570626C7EA2}"/>
              </a:ext>
            </a:extLst>
          </p:cNvPr>
          <p:cNvSpPr txBox="1"/>
          <p:nvPr/>
        </p:nvSpPr>
        <p:spPr>
          <a:xfrm>
            <a:off x="3863091" y="58757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27" name="ZoneTexte 5">
            <a:extLst>
              <a:ext uri="{FF2B5EF4-FFF2-40B4-BE49-F238E27FC236}">
                <a16:creationId xmlns:a16="http://schemas.microsoft.com/office/drawing/2014/main" id="{8771D9D8-DE95-63B8-3A5F-6A78B52E321E}"/>
              </a:ext>
            </a:extLst>
          </p:cNvPr>
          <p:cNvSpPr txBox="1"/>
          <p:nvPr/>
        </p:nvSpPr>
        <p:spPr>
          <a:xfrm>
            <a:off x="5537048" y="49611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10</a:t>
            </a:r>
          </a:p>
        </p:txBody>
      </p:sp>
      <p:sp>
        <p:nvSpPr>
          <p:cNvPr id="28" name="ZoneTexte 5">
            <a:extLst>
              <a:ext uri="{FF2B5EF4-FFF2-40B4-BE49-F238E27FC236}">
                <a16:creationId xmlns:a16="http://schemas.microsoft.com/office/drawing/2014/main" id="{8D826D4F-5B74-B21F-B10F-BE814BFBFD81}"/>
              </a:ext>
            </a:extLst>
          </p:cNvPr>
          <p:cNvSpPr txBox="1"/>
          <p:nvPr/>
        </p:nvSpPr>
        <p:spPr>
          <a:xfrm>
            <a:off x="5486660" y="527508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11</a:t>
            </a:r>
          </a:p>
        </p:txBody>
      </p:sp>
      <p:sp>
        <p:nvSpPr>
          <p:cNvPr id="29" name="ZoneTexte 5">
            <a:extLst>
              <a:ext uri="{FF2B5EF4-FFF2-40B4-BE49-F238E27FC236}">
                <a16:creationId xmlns:a16="http://schemas.microsoft.com/office/drawing/2014/main" id="{C033823E-787D-8D1A-2593-39F31CF78AFF}"/>
              </a:ext>
            </a:extLst>
          </p:cNvPr>
          <p:cNvSpPr txBox="1"/>
          <p:nvPr/>
        </p:nvSpPr>
        <p:spPr>
          <a:xfrm>
            <a:off x="5475018" y="54651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87622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B4D50A-2052-08ED-90B5-791C9AD2B141}"/>
              </a:ext>
            </a:extLst>
          </p:cNvPr>
          <p:cNvSpPr txBox="1"/>
          <p:nvPr/>
        </p:nvSpPr>
        <p:spPr>
          <a:xfrm>
            <a:off x="92186" y="-92705"/>
            <a:ext cx="2340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Topographical</a:t>
            </a:r>
            <a:r>
              <a:rPr lang="fr-FR" dirty="0"/>
              <a:t> </a:t>
            </a:r>
            <a:r>
              <a:rPr lang="fr-FR" dirty="0" err="1"/>
              <a:t>problem</a:t>
            </a:r>
            <a:endParaRPr lang="fr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A9592-54AC-2F0E-EB65-769F63063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170" y="543068"/>
            <a:ext cx="2791310" cy="2466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A4F367-71F5-BA77-64AB-F96F0B41E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471" y="543068"/>
            <a:ext cx="2852296" cy="2512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3AB0FF1-3CD6-6A3D-B9B2-00C908B1F02C}"/>
              </a:ext>
            </a:extLst>
          </p:cNvPr>
          <p:cNvSpPr/>
          <p:nvPr/>
        </p:nvSpPr>
        <p:spPr>
          <a:xfrm>
            <a:off x="3241294" y="1957386"/>
            <a:ext cx="330581" cy="11262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9F7393B9-25C3-D272-9156-ADCB59F43ABA}"/>
              </a:ext>
            </a:extLst>
          </p:cNvPr>
          <p:cNvSpPr txBox="1"/>
          <p:nvPr/>
        </p:nvSpPr>
        <p:spPr>
          <a:xfrm>
            <a:off x="2449671" y="182903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 and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462119-04AC-86E3-960C-FFEA0EA899CB}"/>
              </a:ext>
            </a:extLst>
          </p:cNvPr>
          <p:cNvSpPr/>
          <p:nvPr/>
        </p:nvSpPr>
        <p:spPr>
          <a:xfrm>
            <a:off x="3274632" y="2267428"/>
            <a:ext cx="330581" cy="11262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CFFADA68-E73C-963F-B0D6-7C9FC4A646B7}"/>
              </a:ext>
            </a:extLst>
          </p:cNvPr>
          <p:cNvSpPr txBox="1"/>
          <p:nvPr/>
        </p:nvSpPr>
        <p:spPr>
          <a:xfrm>
            <a:off x="2459128" y="2157279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 and 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B0792F-9488-65B7-AF80-D84ACD013531}"/>
              </a:ext>
            </a:extLst>
          </p:cNvPr>
          <p:cNvSpPr/>
          <p:nvPr/>
        </p:nvSpPr>
        <p:spPr>
          <a:xfrm>
            <a:off x="4923029" y="674686"/>
            <a:ext cx="525271" cy="5603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ZoneTexte 5">
            <a:extLst>
              <a:ext uri="{FF2B5EF4-FFF2-40B4-BE49-F238E27FC236}">
                <a16:creationId xmlns:a16="http://schemas.microsoft.com/office/drawing/2014/main" id="{6FA4DB9B-6595-C945-3D2A-36F165EDA792}"/>
              </a:ext>
            </a:extLst>
          </p:cNvPr>
          <p:cNvSpPr txBox="1"/>
          <p:nvPr/>
        </p:nvSpPr>
        <p:spPr>
          <a:xfrm>
            <a:off x="4635081" y="8255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7F6E7C-4312-EF61-1E4A-28457DE896D8}"/>
              </a:ext>
            </a:extLst>
          </p:cNvPr>
          <p:cNvCxnSpPr/>
          <p:nvPr/>
        </p:nvCxnSpPr>
        <p:spPr>
          <a:xfrm flipV="1">
            <a:off x="3605213" y="1307541"/>
            <a:ext cx="1317816" cy="103440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8EEF4BF-F719-6AB3-C4B9-63662BBBA222}"/>
              </a:ext>
            </a:extLst>
          </p:cNvPr>
          <p:cNvSpPr txBox="1"/>
          <p:nvPr/>
        </p:nvSpPr>
        <p:spPr>
          <a:xfrm>
            <a:off x="4728360" y="372381"/>
            <a:ext cx="95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WRONG</a:t>
            </a:r>
            <a:endParaRPr lang="fr-CH" dirty="0">
              <a:solidFill>
                <a:srgbClr val="FF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ADC32B-258C-19DB-4A44-AD847B77F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544" y="3172997"/>
            <a:ext cx="1327850" cy="30540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806EDF-87CC-3208-DF13-E5B395D683D7}"/>
              </a:ext>
            </a:extLst>
          </p:cNvPr>
          <p:cNvSpPr txBox="1"/>
          <p:nvPr/>
        </p:nvSpPr>
        <p:spPr>
          <a:xfrm>
            <a:off x="1111471" y="3204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  <a:endParaRPr lang="fr-CH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E2024A-862C-6C10-8CF5-77A18D6461DC}"/>
              </a:ext>
            </a:extLst>
          </p:cNvPr>
          <p:cNvSpPr/>
          <p:nvPr/>
        </p:nvSpPr>
        <p:spPr>
          <a:xfrm>
            <a:off x="1957983" y="3390888"/>
            <a:ext cx="308968" cy="2836164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0086B-38F7-9F8D-A9A9-AEAF6F161431}"/>
              </a:ext>
            </a:extLst>
          </p:cNvPr>
          <p:cNvSpPr/>
          <p:nvPr/>
        </p:nvSpPr>
        <p:spPr>
          <a:xfrm>
            <a:off x="1649015" y="3390888"/>
            <a:ext cx="308968" cy="2836164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8286EC-6AEE-5E0F-4491-3B86AF60BFC6}"/>
              </a:ext>
            </a:extLst>
          </p:cNvPr>
          <p:cNvSpPr txBox="1"/>
          <p:nvPr/>
        </p:nvSpPr>
        <p:spPr>
          <a:xfrm>
            <a:off x="1649015" y="6096774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x</a:t>
            </a:r>
            <a:endParaRPr lang="fr-CH" dirty="0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7EFE87-A743-CFC2-13D4-1F8367EA1716}"/>
              </a:ext>
            </a:extLst>
          </p:cNvPr>
          <p:cNvSpPr txBox="1"/>
          <p:nvPr/>
        </p:nvSpPr>
        <p:spPr>
          <a:xfrm>
            <a:off x="1994068" y="609677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y</a:t>
            </a:r>
            <a:endParaRPr lang="fr-CH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2B60038D-B189-87F9-0B6C-BBAC6B8716C2}"/>
              </a:ext>
            </a:extLst>
          </p:cNvPr>
          <p:cNvSpPr/>
          <p:nvPr/>
        </p:nvSpPr>
        <p:spPr>
          <a:xfrm>
            <a:off x="1719263" y="6415088"/>
            <a:ext cx="447675" cy="154763"/>
          </a:xfrm>
          <a:prstGeom prst="curvedUp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D6B13155-6E08-DB6C-2DD9-237A1EB8F23B}"/>
              </a:ext>
            </a:extLst>
          </p:cNvPr>
          <p:cNvSpPr/>
          <p:nvPr/>
        </p:nvSpPr>
        <p:spPr>
          <a:xfrm rot="10800000" flipV="1">
            <a:off x="1719262" y="6602488"/>
            <a:ext cx="447675" cy="163551"/>
          </a:xfrm>
          <a:prstGeom prst="curvedUp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10B41C0-7011-AD8B-28BC-ECC2E22C6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170" y="3371096"/>
            <a:ext cx="2791310" cy="246673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B28FC09-1C80-A5AE-8521-74B1B2380510}"/>
              </a:ext>
            </a:extLst>
          </p:cNvPr>
          <p:cNvSpPr/>
          <p:nvPr/>
        </p:nvSpPr>
        <p:spPr>
          <a:xfrm>
            <a:off x="4913884" y="3512373"/>
            <a:ext cx="525271" cy="56039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408489-BC9B-98D5-C728-50FDF55D48D2}"/>
              </a:ext>
            </a:extLst>
          </p:cNvPr>
          <p:cNvCxnSpPr>
            <a:cxnSpLocks/>
          </p:cNvCxnSpPr>
          <p:nvPr/>
        </p:nvCxnSpPr>
        <p:spPr>
          <a:xfrm>
            <a:off x="3605213" y="2394447"/>
            <a:ext cx="1253957" cy="1244865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5">
            <a:extLst>
              <a:ext uri="{FF2B5EF4-FFF2-40B4-BE49-F238E27FC236}">
                <a16:creationId xmlns:a16="http://schemas.microsoft.com/office/drawing/2014/main" id="{BEFA1224-B654-FBA1-2173-B5C776754DA5}"/>
              </a:ext>
            </a:extLst>
          </p:cNvPr>
          <p:cNvSpPr txBox="1"/>
          <p:nvPr/>
        </p:nvSpPr>
        <p:spPr>
          <a:xfrm>
            <a:off x="4638637" y="3685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46B649-AE55-CDA1-5F83-4D2A8B8DE843}"/>
              </a:ext>
            </a:extLst>
          </p:cNvPr>
          <p:cNvSpPr txBox="1"/>
          <p:nvPr/>
        </p:nvSpPr>
        <p:spPr>
          <a:xfrm>
            <a:off x="4774080" y="3204656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GOOD</a:t>
            </a:r>
            <a:endParaRPr lang="fr-C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99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30993C-E7CC-3235-8897-63554883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94" y="809625"/>
            <a:ext cx="4752447" cy="44334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96927" y="1085878"/>
            <a:ext cx="3256827" cy="41306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ZoneTexte 5"/>
          <p:cNvSpPr txBox="1"/>
          <p:nvPr/>
        </p:nvSpPr>
        <p:spPr>
          <a:xfrm>
            <a:off x="2955524" y="1441195"/>
            <a:ext cx="322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5361985" y="4726952"/>
            <a:ext cx="322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7" name="ZoneTexte 11">
            <a:extLst>
              <a:ext uri="{FF2B5EF4-FFF2-40B4-BE49-F238E27FC236}">
                <a16:creationId xmlns:a16="http://schemas.microsoft.com/office/drawing/2014/main" id="{8E24027E-6CA4-C660-504F-50EFBA48D4B6}"/>
              </a:ext>
            </a:extLst>
          </p:cNvPr>
          <p:cNvSpPr txBox="1"/>
          <p:nvPr/>
        </p:nvSpPr>
        <p:spPr>
          <a:xfrm>
            <a:off x="4444257" y="1614884"/>
            <a:ext cx="322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2A57F9F2-6E46-27FD-F184-27DA42D0EDCF}"/>
              </a:ext>
            </a:extLst>
          </p:cNvPr>
          <p:cNvSpPr txBox="1"/>
          <p:nvPr/>
        </p:nvSpPr>
        <p:spPr>
          <a:xfrm>
            <a:off x="6425250" y="1013343"/>
            <a:ext cx="340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21DCF-45B1-75EB-7A06-CA092A6A94D3}"/>
              </a:ext>
            </a:extLst>
          </p:cNvPr>
          <p:cNvSpPr/>
          <p:nvPr/>
        </p:nvSpPr>
        <p:spPr>
          <a:xfrm>
            <a:off x="1701307" y="1198009"/>
            <a:ext cx="1490220" cy="212621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4F52E74-6853-B3DE-4FD1-602CE8C607E1}"/>
              </a:ext>
            </a:extLst>
          </p:cNvPr>
          <p:cNvSpPr txBox="1"/>
          <p:nvPr/>
        </p:nvSpPr>
        <p:spPr>
          <a:xfrm>
            <a:off x="5977935" y="4726952"/>
            <a:ext cx="322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5A19CDA8-7DF6-B6C5-CF66-0B631A0B06C0}"/>
              </a:ext>
            </a:extLst>
          </p:cNvPr>
          <p:cNvSpPr txBox="1"/>
          <p:nvPr/>
        </p:nvSpPr>
        <p:spPr>
          <a:xfrm>
            <a:off x="1443572" y="107186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62E904-7E75-F263-4EED-4681FB187088}"/>
              </a:ext>
            </a:extLst>
          </p:cNvPr>
          <p:cNvSpPr/>
          <p:nvPr/>
        </p:nvSpPr>
        <p:spPr>
          <a:xfrm>
            <a:off x="1702794" y="3324226"/>
            <a:ext cx="1488733" cy="189230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D1AEE47F-EECC-4DDC-F28B-3B1E320F437F}"/>
              </a:ext>
            </a:extLst>
          </p:cNvPr>
          <p:cNvSpPr txBox="1"/>
          <p:nvPr/>
        </p:nvSpPr>
        <p:spPr>
          <a:xfrm>
            <a:off x="1413582" y="325169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74AE66F-7504-19FF-5466-DD70670F944B}"/>
              </a:ext>
            </a:extLst>
          </p:cNvPr>
          <p:cNvSpPr txBox="1"/>
          <p:nvPr/>
        </p:nvSpPr>
        <p:spPr>
          <a:xfrm>
            <a:off x="2317682" y="1848627"/>
            <a:ext cx="322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BEDC647-C0A2-4316-474A-90C57B45823F}"/>
              </a:ext>
            </a:extLst>
          </p:cNvPr>
          <p:cNvSpPr txBox="1"/>
          <p:nvPr/>
        </p:nvSpPr>
        <p:spPr>
          <a:xfrm>
            <a:off x="2963817" y="2328361"/>
            <a:ext cx="322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BB22DD-EADD-1CC2-C986-E0B1802AF5AE}"/>
              </a:ext>
            </a:extLst>
          </p:cNvPr>
          <p:cNvSpPr txBox="1"/>
          <p:nvPr/>
        </p:nvSpPr>
        <p:spPr>
          <a:xfrm>
            <a:off x="2834295" y="2918626"/>
            <a:ext cx="322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8862B79-94CD-8E00-BAFB-4DC73E03A326}"/>
              </a:ext>
            </a:extLst>
          </p:cNvPr>
          <p:cNvSpPr txBox="1"/>
          <p:nvPr/>
        </p:nvSpPr>
        <p:spPr>
          <a:xfrm>
            <a:off x="2948878" y="3358324"/>
            <a:ext cx="322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63BAAB5-684F-E805-10A2-527146005BC9}"/>
              </a:ext>
            </a:extLst>
          </p:cNvPr>
          <p:cNvSpPr txBox="1"/>
          <p:nvPr/>
        </p:nvSpPr>
        <p:spPr>
          <a:xfrm>
            <a:off x="2976223" y="3678304"/>
            <a:ext cx="41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9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C166E31-0A97-2A1D-4888-9C351E6F6C81}"/>
              </a:ext>
            </a:extLst>
          </p:cNvPr>
          <p:cNvSpPr txBox="1"/>
          <p:nvPr/>
        </p:nvSpPr>
        <p:spPr>
          <a:xfrm>
            <a:off x="2909545" y="4066015"/>
            <a:ext cx="41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10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24BE26C-2B61-7C07-2DAA-3C3BF6A834ED}"/>
              </a:ext>
            </a:extLst>
          </p:cNvPr>
          <p:cNvSpPr txBox="1"/>
          <p:nvPr/>
        </p:nvSpPr>
        <p:spPr>
          <a:xfrm>
            <a:off x="1983048" y="4675823"/>
            <a:ext cx="41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29384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90CC216-A69D-3748-D52E-4CA03950A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733" y="1338766"/>
            <a:ext cx="5067300" cy="401955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786328" y="20399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6701991" y="19653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70571-9A4B-8ADA-98D5-BEDAC503B76C}"/>
              </a:ext>
            </a:extLst>
          </p:cNvPr>
          <p:cNvSpPr/>
          <p:nvPr/>
        </p:nvSpPr>
        <p:spPr>
          <a:xfrm>
            <a:off x="1960775" y="2039946"/>
            <a:ext cx="2318994" cy="32987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C3746F-5DD9-1423-346B-65507579B55A}"/>
              </a:ext>
            </a:extLst>
          </p:cNvPr>
          <p:cNvSpPr/>
          <p:nvPr/>
        </p:nvSpPr>
        <p:spPr>
          <a:xfrm>
            <a:off x="4374149" y="1794764"/>
            <a:ext cx="2606794" cy="35439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6D024-DEA5-649B-8B65-4E8D33A1E038}"/>
              </a:ext>
            </a:extLst>
          </p:cNvPr>
          <p:cNvSpPr txBox="1"/>
          <p:nvPr/>
        </p:nvSpPr>
        <p:spPr>
          <a:xfrm>
            <a:off x="1569916" y="185528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382A0-FE89-5EC4-0AB3-E01FED323573}"/>
              </a:ext>
            </a:extLst>
          </p:cNvPr>
          <p:cNvSpPr txBox="1"/>
          <p:nvPr/>
        </p:nvSpPr>
        <p:spPr>
          <a:xfrm>
            <a:off x="6980942" y="168829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6" name="ZoneTexte 5">
            <a:extLst>
              <a:ext uri="{FF2B5EF4-FFF2-40B4-BE49-F238E27FC236}">
                <a16:creationId xmlns:a16="http://schemas.microsoft.com/office/drawing/2014/main" id="{91F02098-0D73-7C6D-6F91-C709186A1C8E}"/>
              </a:ext>
            </a:extLst>
          </p:cNvPr>
          <p:cNvSpPr txBox="1"/>
          <p:nvPr/>
        </p:nvSpPr>
        <p:spPr>
          <a:xfrm>
            <a:off x="3120272" y="50086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7" name="ZoneTexte 17">
            <a:extLst>
              <a:ext uri="{FF2B5EF4-FFF2-40B4-BE49-F238E27FC236}">
                <a16:creationId xmlns:a16="http://schemas.microsoft.com/office/drawing/2014/main" id="{E0D3121A-164A-026D-6E1A-3FE7E286549D}"/>
              </a:ext>
            </a:extLst>
          </p:cNvPr>
          <p:cNvSpPr txBox="1"/>
          <p:nvPr/>
        </p:nvSpPr>
        <p:spPr>
          <a:xfrm>
            <a:off x="6700039" y="22424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19" name="ZoneTexte 17">
            <a:extLst>
              <a:ext uri="{FF2B5EF4-FFF2-40B4-BE49-F238E27FC236}">
                <a16:creationId xmlns:a16="http://schemas.microsoft.com/office/drawing/2014/main" id="{15C05919-CF9C-B23A-5186-78950BE60324}"/>
              </a:ext>
            </a:extLst>
          </p:cNvPr>
          <p:cNvSpPr txBox="1"/>
          <p:nvPr/>
        </p:nvSpPr>
        <p:spPr>
          <a:xfrm>
            <a:off x="6681534" y="32443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21" name="ZoneTexte 17">
            <a:extLst>
              <a:ext uri="{FF2B5EF4-FFF2-40B4-BE49-F238E27FC236}">
                <a16:creationId xmlns:a16="http://schemas.microsoft.com/office/drawing/2014/main" id="{96493E24-4602-AF6E-AE51-DCFE82D9F5C8}"/>
              </a:ext>
            </a:extLst>
          </p:cNvPr>
          <p:cNvSpPr txBox="1"/>
          <p:nvPr/>
        </p:nvSpPr>
        <p:spPr>
          <a:xfrm>
            <a:off x="4899119" y="45162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73536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AAB4AE-55CB-C446-AE5C-EEE4753B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02" y="803487"/>
            <a:ext cx="8401050" cy="55149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1E5C4C-E4C2-B1BA-CCD4-2756D74208DE}"/>
              </a:ext>
            </a:extLst>
          </p:cNvPr>
          <p:cNvSpPr/>
          <p:nvPr/>
        </p:nvSpPr>
        <p:spPr>
          <a:xfrm>
            <a:off x="3129699" y="6054513"/>
            <a:ext cx="5548558" cy="2414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74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8961A20C-9E85-4C7E-48BD-1F74C6576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984" y="2706035"/>
            <a:ext cx="3891653" cy="374962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9DF54C0-3276-D777-419A-10B1F381A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71" y="2698360"/>
            <a:ext cx="3908130" cy="37654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0D2E1D-ADC6-CC61-71D8-66050854A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189" y="36559"/>
            <a:ext cx="2917586" cy="25703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456C9EB-09F5-4E73-8838-573A158E4980}"/>
              </a:ext>
            </a:extLst>
          </p:cNvPr>
          <p:cNvSpPr/>
          <p:nvPr/>
        </p:nvSpPr>
        <p:spPr>
          <a:xfrm>
            <a:off x="5559047" y="1909013"/>
            <a:ext cx="300466" cy="121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0" name="Connecteur droit avec flèche 8">
            <a:extLst>
              <a:ext uri="{FF2B5EF4-FFF2-40B4-BE49-F238E27FC236}">
                <a16:creationId xmlns:a16="http://schemas.microsoft.com/office/drawing/2014/main" id="{865192BE-F994-4ECE-B695-931A540B9870}"/>
              </a:ext>
            </a:extLst>
          </p:cNvPr>
          <p:cNvCxnSpPr>
            <a:cxnSpLocks/>
          </p:cNvCxnSpPr>
          <p:nvPr/>
        </p:nvCxnSpPr>
        <p:spPr>
          <a:xfrm flipH="1">
            <a:off x="4354942" y="2047875"/>
            <a:ext cx="1204105" cy="77522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5">
            <a:extLst>
              <a:ext uri="{FF2B5EF4-FFF2-40B4-BE49-F238E27FC236}">
                <a16:creationId xmlns:a16="http://schemas.microsoft.com/office/drawing/2014/main" id="{36DF3D07-26B1-4DBC-9132-02CB2491F0CE}"/>
              </a:ext>
            </a:extLst>
          </p:cNvPr>
          <p:cNvSpPr txBox="1"/>
          <p:nvPr/>
        </p:nvSpPr>
        <p:spPr>
          <a:xfrm>
            <a:off x="2475520" y="3787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5E8563DD-2630-17AB-11A5-E86F4214EFF6}"/>
              </a:ext>
            </a:extLst>
          </p:cNvPr>
          <p:cNvSpPr txBox="1"/>
          <p:nvPr/>
        </p:nvSpPr>
        <p:spPr>
          <a:xfrm>
            <a:off x="6759851" y="33314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</a:t>
            </a:r>
            <a:endParaRPr lang="fr-CH" dirty="0"/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C5CC45CE-2CDB-2B48-7CC1-3A9FA968C67B}"/>
              </a:ext>
            </a:extLst>
          </p:cNvPr>
          <p:cNvSpPr txBox="1"/>
          <p:nvPr/>
        </p:nvSpPr>
        <p:spPr>
          <a:xfrm>
            <a:off x="2653229" y="3077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cxnSp>
        <p:nvCxnSpPr>
          <p:cNvPr id="24" name="Connecteur droit avec flèche 19">
            <a:extLst>
              <a:ext uri="{FF2B5EF4-FFF2-40B4-BE49-F238E27FC236}">
                <a16:creationId xmlns:a16="http://schemas.microsoft.com/office/drawing/2014/main" id="{113046D9-22B6-7C97-0ACD-B51EBF9F384D}"/>
              </a:ext>
            </a:extLst>
          </p:cNvPr>
          <p:cNvCxnSpPr>
            <a:cxnSpLocks/>
          </p:cNvCxnSpPr>
          <p:nvPr/>
        </p:nvCxnSpPr>
        <p:spPr>
          <a:xfrm>
            <a:off x="2777206" y="3014666"/>
            <a:ext cx="160305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5">
            <a:extLst>
              <a:ext uri="{FF2B5EF4-FFF2-40B4-BE49-F238E27FC236}">
                <a16:creationId xmlns:a16="http://schemas.microsoft.com/office/drawing/2014/main" id="{B5E10E91-77A2-024E-6B53-21EABA12317B}"/>
              </a:ext>
            </a:extLst>
          </p:cNvPr>
          <p:cNvSpPr txBox="1"/>
          <p:nvPr/>
        </p:nvSpPr>
        <p:spPr>
          <a:xfrm>
            <a:off x="5869677" y="17843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87A854-4774-50BF-A881-BDCF17829898}"/>
              </a:ext>
            </a:extLst>
          </p:cNvPr>
          <p:cNvSpPr/>
          <p:nvPr/>
        </p:nvSpPr>
        <p:spPr>
          <a:xfrm>
            <a:off x="1689616" y="2929247"/>
            <a:ext cx="375960" cy="1384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402B3D-2577-AC45-49F8-A7BD62DD2EE1}"/>
              </a:ext>
            </a:extLst>
          </p:cNvPr>
          <p:cNvSpPr/>
          <p:nvPr/>
        </p:nvSpPr>
        <p:spPr>
          <a:xfrm>
            <a:off x="6053145" y="2929245"/>
            <a:ext cx="747015" cy="14910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DC0C6D2D-29F5-73D8-F6BB-7FD04E888668}"/>
              </a:ext>
            </a:extLst>
          </p:cNvPr>
          <p:cNvSpPr txBox="1"/>
          <p:nvPr/>
        </p:nvSpPr>
        <p:spPr>
          <a:xfrm>
            <a:off x="1685997" y="260688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FE8F8DEB-C6AC-7270-08A3-7543781FE013}"/>
              </a:ext>
            </a:extLst>
          </p:cNvPr>
          <p:cNvSpPr txBox="1"/>
          <p:nvPr/>
        </p:nvSpPr>
        <p:spPr>
          <a:xfrm>
            <a:off x="6687780" y="26132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19EF29-DEB0-EE2E-DA00-C8E030980E5F}"/>
              </a:ext>
            </a:extLst>
          </p:cNvPr>
          <p:cNvSpPr/>
          <p:nvPr/>
        </p:nvSpPr>
        <p:spPr>
          <a:xfrm>
            <a:off x="4400549" y="3078347"/>
            <a:ext cx="1286153" cy="3351934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103C12-FF15-66F9-49F5-D049EA40EB46}"/>
              </a:ext>
            </a:extLst>
          </p:cNvPr>
          <p:cNvSpPr txBox="1"/>
          <p:nvPr/>
        </p:nvSpPr>
        <p:spPr>
          <a:xfrm>
            <a:off x="5454559" y="274440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6" name="ZoneTexte 5">
            <a:extLst>
              <a:ext uri="{FF2B5EF4-FFF2-40B4-BE49-F238E27FC236}">
                <a16:creationId xmlns:a16="http://schemas.microsoft.com/office/drawing/2014/main" id="{71FD7D5A-988E-2F07-0E69-CCB241F1A133}"/>
              </a:ext>
            </a:extLst>
          </p:cNvPr>
          <p:cNvSpPr txBox="1"/>
          <p:nvPr/>
        </p:nvSpPr>
        <p:spPr>
          <a:xfrm>
            <a:off x="2862779" y="35089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7" name="ZoneTexte 5">
            <a:extLst>
              <a:ext uri="{FF2B5EF4-FFF2-40B4-BE49-F238E27FC236}">
                <a16:creationId xmlns:a16="http://schemas.microsoft.com/office/drawing/2014/main" id="{513649BA-754C-0026-7063-C98C714AC8AD}"/>
              </a:ext>
            </a:extLst>
          </p:cNvPr>
          <p:cNvSpPr txBox="1"/>
          <p:nvPr/>
        </p:nvSpPr>
        <p:spPr>
          <a:xfrm>
            <a:off x="2823069" y="4273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18" name="ZoneTexte 5">
            <a:extLst>
              <a:ext uri="{FF2B5EF4-FFF2-40B4-BE49-F238E27FC236}">
                <a16:creationId xmlns:a16="http://schemas.microsoft.com/office/drawing/2014/main" id="{5CB37243-C700-062E-51E8-3C4DA235F3B5}"/>
              </a:ext>
            </a:extLst>
          </p:cNvPr>
          <p:cNvSpPr txBox="1"/>
          <p:nvPr/>
        </p:nvSpPr>
        <p:spPr>
          <a:xfrm>
            <a:off x="2839052" y="46167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9" name="ZoneTexte 5">
            <a:extLst>
              <a:ext uri="{FF2B5EF4-FFF2-40B4-BE49-F238E27FC236}">
                <a16:creationId xmlns:a16="http://schemas.microsoft.com/office/drawing/2014/main" id="{F78485D4-6431-1E2D-418E-F6B0FA07D7EF}"/>
              </a:ext>
            </a:extLst>
          </p:cNvPr>
          <p:cNvSpPr txBox="1"/>
          <p:nvPr/>
        </p:nvSpPr>
        <p:spPr>
          <a:xfrm>
            <a:off x="2823069" y="5607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20" name="ZoneTexte 5">
            <a:extLst>
              <a:ext uri="{FF2B5EF4-FFF2-40B4-BE49-F238E27FC236}">
                <a16:creationId xmlns:a16="http://schemas.microsoft.com/office/drawing/2014/main" id="{B59BFBEF-C5DD-13B8-3C9A-99F0D84BE292}"/>
              </a:ext>
            </a:extLst>
          </p:cNvPr>
          <p:cNvSpPr txBox="1"/>
          <p:nvPr/>
        </p:nvSpPr>
        <p:spPr>
          <a:xfrm>
            <a:off x="4056721" y="5650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7</a:t>
            </a:r>
            <a:endParaRPr lang="fr-CH" dirty="0"/>
          </a:p>
        </p:txBody>
      </p:sp>
      <p:sp>
        <p:nvSpPr>
          <p:cNvPr id="23" name="ZoneTexte 5">
            <a:extLst>
              <a:ext uri="{FF2B5EF4-FFF2-40B4-BE49-F238E27FC236}">
                <a16:creationId xmlns:a16="http://schemas.microsoft.com/office/drawing/2014/main" id="{921A4834-3493-F06E-D856-2CB9A489EE9A}"/>
              </a:ext>
            </a:extLst>
          </p:cNvPr>
          <p:cNvSpPr txBox="1"/>
          <p:nvPr/>
        </p:nvSpPr>
        <p:spPr>
          <a:xfrm>
            <a:off x="4098863" y="33694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8</a:t>
            </a:r>
            <a:endParaRPr lang="fr-CH" dirty="0"/>
          </a:p>
        </p:txBody>
      </p:sp>
      <p:sp>
        <p:nvSpPr>
          <p:cNvPr id="25" name="ZoneTexte 5">
            <a:extLst>
              <a:ext uri="{FF2B5EF4-FFF2-40B4-BE49-F238E27FC236}">
                <a16:creationId xmlns:a16="http://schemas.microsoft.com/office/drawing/2014/main" id="{DA685ED8-B685-5419-5D7A-BD06FF218919}"/>
              </a:ext>
            </a:extLst>
          </p:cNvPr>
          <p:cNvSpPr txBox="1"/>
          <p:nvPr/>
        </p:nvSpPr>
        <p:spPr>
          <a:xfrm>
            <a:off x="7969302" y="33340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</a:t>
            </a:r>
            <a:endParaRPr lang="fr-CH" dirty="0"/>
          </a:p>
        </p:txBody>
      </p:sp>
      <p:sp>
        <p:nvSpPr>
          <p:cNvPr id="29" name="ZoneTexte 5">
            <a:extLst>
              <a:ext uri="{FF2B5EF4-FFF2-40B4-BE49-F238E27FC236}">
                <a16:creationId xmlns:a16="http://schemas.microsoft.com/office/drawing/2014/main" id="{2ACF42F7-7F87-0190-7DFB-31FD73B86E8C}"/>
              </a:ext>
            </a:extLst>
          </p:cNvPr>
          <p:cNvSpPr txBox="1"/>
          <p:nvPr/>
        </p:nvSpPr>
        <p:spPr>
          <a:xfrm>
            <a:off x="7873498" y="56381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11</a:t>
            </a:r>
            <a:endParaRPr lang="fr-CH" dirty="0"/>
          </a:p>
        </p:txBody>
      </p:sp>
      <p:sp>
        <p:nvSpPr>
          <p:cNvPr id="13" name="ZoneTexte 5">
            <a:extLst>
              <a:ext uri="{FF2B5EF4-FFF2-40B4-BE49-F238E27FC236}">
                <a16:creationId xmlns:a16="http://schemas.microsoft.com/office/drawing/2014/main" id="{2F520791-5C7A-B058-9BD4-21DDF1D2A20C}"/>
              </a:ext>
            </a:extLst>
          </p:cNvPr>
          <p:cNvSpPr txBox="1"/>
          <p:nvPr/>
        </p:nvSpPr>
        <p:spPr>
          <a:xfrm>
            <a:off x="4967337" y="300776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</a:t>
            </a:r>
            <a:endParaRPr lang="fr-CH" dirty="0"/>
          </a:p>
        </p:txBody>
      </p:sp>
      <p:sp>
        <p:nvSpPr>
          <p:cNvPr id="30" name="ZoneTexte 5">
            <a:extLst>
              <a:ext uri="{FF2B5EF4-FFF2-40B4-BE49-F238E27FC236}">
                <a16:creationId xmlns:a16="http://schemas.microsoft.com/office/drawing/2014/main" id="{1D100C25-480A-CC1F-0E10-D088E07FF577}"/>
              </a:ext>
            </a:extLst>
          </p:cNvPr>
          <p:cNvSpPr txBox="1"/>
          <p:nvPr/>
        </p:nvSpPr>
        <p:spPr>
          <a:xfrm>
            <a:off x="4834273" y="42752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13</a:t>
            </a:r>
            <a:endParaRPr lang="fr-CH" dirty="0"/>
          </a:p>
        </p:txBody>
      </p:sp>
      <p:sp>
        <p:nvSpPr>
          <p:cNvPr id="31" name="ZoneTexte 5">
            <a:extLst>
              <a:ext uri="{FF2B5EF4-FFF2-40B4-BE49-F238E27FC236}">
                <a16:creationId xmlns:a16="http://schemas.microsoft.com/office/drawing/2014/main" id="{695A3037-52D5-2C1C-B836-5D6A8C661B1A}"/>
              </a:ext>
            </a:extLst>
          </p:cNvPr>
          <p:cNvSpPr txBox="1"/>
          <p:nvPr/>
        </p:nvSpPr>
        <p:spPr>
          <a:xfrm>
            <a:off x="5323340" y="46338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14</a:t>
            </a:r>
            <a:endParaRPr lang="fr-CH" dirty="0"/>
          </a:p>
        </p:txBody>
      </p:sp>
      <p:sp>
        <p:nvSpPr>
          <p:cNvPr id="33" name="ZoneTexte 5">
            <a:extLst>
              <a:ext uri="{FF2B5EF4-FFF2-40B4-BE49-F238E27FC236}">
                <a16:creationId xmlns:a16="http://schemas.microsoft.com/office/drawing/2014/main" id="{6C14C5C4-2392-5E66-E6EE-B7C41C799AFB}"/>
              </a:ext>
            </a:extLst>
          </p:cNvPr>
          <p:cNvSpPr txBox="1"/>
          <p:nvPr/>
        </p:nvSpPr>
        <p:spPr>
          <a:xfrm>
            <a:off x="5358615" y="501764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15</a:t>
            </a:r>
            <a:endParaRPr lang="fr-CH" dirty="0"/>
          </a:p>
        </p:txBody>
      </p:sp>
      <p:sp>
        <p:nvSpPr>
          <p:cNvPr id="34" name="ZoneTexte 5">
            <a:extLst>
              <a:ext uri="{FF2B5EF4-FFF2-40B4-BE49-F238E27FC236}">
                <a16:creationId xmlns:a16="http://schemas.microsoft.com/office/drawing/2014/main" id="{2ACC968C-0AF7-B399-7C0F-78766477227E}"/>
              </a:ext>
            </a:extLst>
          </p:cNvPr>
          <p:cNvSpPr txBox="1"/>
          <p:nvPr/>
        </p:nvSpPr>
        <p:spPr>
          <a:xfrm>
            <a:off x="5440808" y="53515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16</a:t>
            </a:r>
            <a:endParaRPr lang="fr-CH" dirty="0"/>
          </a:p>
        </p:txBody>
      </p:sp>
      <p:sp>
        <p:nvSpPr>
          <p:cNvPr id="36" name="ZoneTexte 5">
            <a:extLst>
              <a:ext uri="{FF2B5EF4-FFF2-40B4-BE49-F238E27FC236}">
                <a16:creationId xmlns:a16="http://schemas.microsoft.com/office/drawing/2014/main" id="{E552AAA6-A46C-C4F3-B1E5-D1F7511C7342}"/>
              </a:ext>
            </a:extLst>
          </p:cNvPr>
          <p:cNvSpPr txBox="1"/>
          <p:nvPr/>
        </p:nvSpPr>
        <p:spPr>
          <a:xfrm>
            <a:off x="4642449" y="588897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18</a:t>
            </a:r>
            <a:endParaRPr lang="fr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A6C90C-000F-D6B5-215A-F00EFF9B8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600" y="5622381"/>
            <a:ext cx="1109174" cy="217012"/>
          </a:xfrm>
          <a:prstGeom prst="rect">
            <a:avLst/>
          </a:prstGeom>
        </p:spPr>
      </p:pic>
      <p:sp>
        <p:nvSpPr>
          <p:cNvPr id="21" name="ZoneTexte 5">
            <a:extLst>
              <a:ext uri="{FF2B5EF4-FFF2-40B4-BE49-F238E27FC236}">
                <a16:creationId xmlns:a16="http://schemas.microsoft.com/office/drawing/2014/main" id="{766E2CAB-670C-28CD-BD59-48235B131C7F}"/>
              </a:ext>
            </a:extLst>
          </p:cNvPr>
          <p:cNvSpPr txBox="1"/>
          <p:nvPr/>
        </p:nvSpPr>
        <p:spPr>
          <a:xfrm>
            <a:off x="5459850" y="55746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17</a:t>
            </a:r>
            <a:endParaRPr lang="fr-CH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839EF67-2183-4627-B8E2-7565A0841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56" y="5617886"/>
            <a:ext cx="1109174" cy="21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8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F1DF247-303B-FE3A-070F-586C1169F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4100"/>
            <a:ext cx="2143125" cy="11049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7D27F13-1A09-5ED1-1C11-85F3B5513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242" y="0"/>
            <a:ext cx="2505075" cy="21907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93E6ADD-A2F7-BCB1-A1BD-7D14D4C60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292" y="2316683"/>
            <a:ext cx="666750" cy="6477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17B8EA4-AFA1-A582-1BC9-75F150C4F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200" y="2238375"/>
            <a:ext cx="2162175" cy="12763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B69E903-721B-B2AD-0613-35E3E58AB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619" y="3841876"/>
            <a:ext cx="3829050" cy="6381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D9197EF-E31C-2968-E351-4AD489658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537" y="3191555"/>
            <a:ext cx="666750" cy="647700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7D838036-D83F-03BC-B732-DEE8F01359C0}"/>
              </a:ext>
            </a:extLst>
          </p:cNvPr>
          <p:cNvCxnSpPr/>
          <p:nvPr/>
        </p:nvCxnSpPr>
        <p:spPr>
          <a:xfrm flipV="1">
            <a:off x="1071562" y="1201783"/>
            <a:ext cx="1715589" cy="1254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C2CE44FE-6186-CEAA-46FE-F0F33388C8AA}"/>
              </a:ext>
            </a:extLst>
          </p:cNvPr>
          <p:cNvCxnSpPr>
            <a:cxnSpLocks/>
          </p:cNvCxnSpPr>
          <p:nvPr/>
        </p:nvCxnSpPr>
        <p:spPr>
          <a:xfrm flipV="1">
            <a:off x="964471" y="2640533"/>
            <a:ext cx="1604966" cy="69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27A92CCD-BF17-7DE2-CD23-4EA97C2E65DF}"/>
              </a:ext>
            </a:extLst>
          </p:cNvPr>
          <p:cNvCxnSpPr>
            <a:cxnSpLocks/>
          </p:cNvCxnSpPr>
          <p:nvPr/>
        </p:nvCxnSpPr>
        <p:spPr>
          <a:xfrm>
            <a:off x="3465988" y="2429540"/>
            <a:ext cx="1623608" cy="94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26DBBD50-F2EF-FE99-ABDA-F0804F32E476}"/>
              </a:ext>
            </a:extLst>
          </p:cNvPr>
          <p:cNvCxnSpPr>
            <a:cxnSpLocks/>
          </p:cNvCxnSpPr>
          <p:nvPr/>
        </p:nvCxnSpPr>
        <p:spPr>
          <a:xfrm>
            <a:off x="1012979" y="2882297"/>
            <a:ext cx="1584008" cy="309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13E04B51-4360-025F-AF35-D090B466F5C3}"/>
              </a:ext>
            </a:extLst>
          </p:cNvPr>
          <p:cNvCxnSpPr>
            <a:cxnSpLocks/>
          </p:cNvCxnSpPr>
          <p:nvPr/>
        </p:nvCxnSpPr>
        <p:spPr>
          <a:xfrm>
            <a:off x="3359676" y="3302217"/>
            <a:ext cx="1384662" cy="537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43FE1A87-9783-8815-8A00-051A6826B788}"/>
              </a:ext>
            </a:extLst>
          </p:cNvPr>
          <p:cNvSpPr txBox="1"/>
          <p:nvPr/>
        </p:nvSpPr>
        <p:spPr>
          <a:xfrm>
            <a:off x="1766954" y="142053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a</a:t>
            </a:r>
            <a:endParaRPr lang="fr-CH" dirty="0">
              <a:solidFill>
                <a:schemeClr val="tx2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D92B262-462D-D2D6-22FF-4249BAD1F32A}"/>
              </a:ext>
            </a:extLst>
          </p:cNvPr>
          <p:cNvSpPr txBox="1"/>
          <p:nvPr/>
        </p:nvSpPr>
        <p:spPr>
          <a:xfrm>
            <a:off x="2086518" y="229996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b</a:t>
            </a:r>
            <a:endParaRPr lang="fr-CH" dirty="0">
              <a:solidFill>
                <a:schemeClr val="tx2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DBBC434-A0F7-E37B-A432-96D1BA6B906D}"/>
              </a:ext>
            </a:extLst>
          </p:cNvPr>
          <p:cNvSpPr txBox="1"/>
          <p:nvPr/>
        </p:nvSpPr>
        <p:spPr>
          <a:xfrm>
            <a:off x="4227834" y="214856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b</a:t>
            </a:r>
            <a:endParaRPr lang="fr-CH" dirty="0">
              <a:solidFill>
                <a:schemeClr val="tx2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C5A05C5-C83F-A4FC-3270-D24B0F5DF43C}"/>
              </a:ext>
            </a:extLst>
          </p:cNvPr>
          <p:cNvSpPr txBox="1"/>
          <p:nvPr/>
        </p:nvSpPr>
        <p:spPr>
          <a:xfrm>
            <a:off x="2144867" y="2806507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c</a:t>
            </a:r>
            <a:endParaRPr lang="fr-CH" dirty="0">
              <a:solidFill>
                <a:schemeClr val="tx2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8853D19-F6DE-9F57-C967-6EA1663B19B2}"/>
              </a:ext>
            </a:extLst>
          </p:cNvPr>
          <p:cNvSpPr txBox="1"/>
          <p:nvPr/>
        </p:nvSpPr>
        <p:spPr>
          <a:xfrm>
            <a:off x="4146779" y="3285549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c</a:t>
            </a:r>
            <a:endParaRPr lang="fr-CH" dirty="0">
              <a:solidFill>
                <a:schemeClr val="tx2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30CE473-0453-DB58-0DEE-C6E815C2382C}"/>
              </a:ext>
            </a:extLst>
          </p:cNvPr>
          <p:cNvSpPr txBox="1"/>
          <p:nvPr/>
        </p:nvSpPr>
        <p:spPr>
          <a:xfrm>
            <a:off x="1534435" y="288012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d</a:t>
            </a:r>
            <a:endParaRPr lang="fr-CH" dirty="0">
              <a:solidFill>
                <a:schemeClr val="tx2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851A40D-08EA-273C-56D1-71FAA3E970E4}"/>
              </a:ext>
            </a:extLst>
          </p:cNvPr>
          <p:cNvSpPr txBox="1"/>
          <p:nvPr/>
        </p:nvSpPr>
        <p:spPr>
          <a:xfrm>
            <a:off x="1957315" y="30957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/>
                </a:solidFill>
              </a:rPr>
              <a:t>e</a:t>
            </a:r>
            <a:endParaRPr lang="fr-CH" dirty="0">
              <a:solidFill>
                <a:schemeClr val="tx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1FA09CE-E47E-CE56-6411-117DB0F9E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477" y="2751755"/>
            <a:ext cx="1200523" cy="1637961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AED3D10F-542C-B3F1-DF06-C48F0B9FB2DD}"/>
              </a:ext>
            </a:extLst>
          </p:cNvPr>
          <p:cNvCxnSpPr>
            <a:cxnSpLocks/>
          </p:cNvCxnSpPr>
          <p:nvPr/>
        </p:nvCxnSpPr>
        <p:spPr>
          <a:xfrm flipV="1">
            <a:off x="7630808" y="3793451"/>
            <a:ext cx="184861" cy="164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292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8BF2D7-3453-8C15-0E13-2772F7C3D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62" y="332682"/>
            <a:ext cx="7572534" cy="4539431"/>
          </a:xfrm>
          <a:prstGeom prst="rect">
            <a:avLst/>
          </a:prstGeom>
        </p:spPr>
      </p:pic>
      <p:sp>
        <p:nvSpPr>
          <p:cNvPr id="11" name="ZoneTexte 6">
            <a:extLst>
              <a:ext uri="{FF2B5EF4-FFF2-40B4-BE49-F238E27FC236}">
                <a16:creationId xmlns:a16="http://schemas.microsoft.com/office/drawing/2014/main" id="{1B2B5547-ED2C-33AF-89B1-76E4C1A09100}"/>
              </a:ext>
            </a:extLst>
          </p:cNvPr>
          <p:cNvSpPr txBox="1"/>
          <p:nvPr/>
        </p:nvSpPr>
        <p:spPr>
          <a:xfrm>
            <a:off x="992304" y="17623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339C67-E72F-8C32-5050-984F38B12716}"/>
              </a:ext>
            </a:extLst>
          </p:cNvPr>
          <p:cNvSpPr/>
          <p:nvPr/>
        </p:nvSpPr>
        <p:spPr>
          <a:xfrm>
            <a:off x="1080656" y="1339272"/>
            <a:ext cx="426668" cy="48023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77BBCA-C190-A019-DD53-FAB4DC7C0ABE}"/>
              </a:ext>
            </a:extLst>
          </p:cNvPr>
          <p:cNvSpPr/>
          <p:nvPr/>
        </p:nvSpPr>
        <p:spPr>
          <a:xfrm>
            <a:off x="1685259" y="1339271"/>
            <a:ext cx="549942" cy="30141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ZoneTexte 6">
            <a:extLst>
              <a:ext uri="{FF2B5EF4-FFF2-40B4-BE49-F238E27FC236}">
                <a16:creationId xmlns:a16="http://schemas.microsoft.com/office/drawing/2014/main" id="{0D825E88-5BF2-2F85-E572-48D771C99277}"/>
              </a:ext>
            </a:extLst>
          </p:cNvPr>
          <p:cNvSpPr txBox="1"/>
          <p:nvPr/>
        </p:nvSpPr>
        <p:spPr>
          <a:xfrm>
            <a:off x="2234527" y="16090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909BD0-9553-985E-4DFC-C040D9A356A1}"/>
              </a:ext>
            </a:extLst>
          </p:cNvPr>
          <p:cNvSpPr/>
          <p:nvPr/>
        </p:nvSpPr>
        <p:spPr>
          <a:xfrm>
            <a:off x="2619512" y="1609085"/>
            <a:ext cx="549942" cy="210417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E81ECF-575E-2F8C-A24A-302BD1C7CEC4}"/>
              </a:ext>
            </a:extLst>
          </p:cNvPr>
          <p:cNvSpPr/>
          <p:nvPr/>
        </p:nvSpPr>
        <p:spPr>
          <a:xfrm>
            <a:off x="4242217" y="1648063"/>
            <a:ext cx="441117" cy="165535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ZoneTexte 6">
            <a:extLst>
              <a:ext uri="{FF2B5EF4-FFF2-40B4-BE49-F238E27FC236}">
                <a16:creationId xmlns:a16="http://schemas.microsoft.com/office/drawing/2014/main" id="{08239DC9-AA4D-9D27-272B-C70BF3716F25}"/>
              </a:ext>
            </a:extLst>
          </p:cNvPr>
          <p:cNvSpPr txBox="1"/>
          <p:nvPr/>
        </p:nvSpPr>
        <p:spPr>
          <a:xfrm>
            <a:off x="4239251" y="1765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20" name="ZoneTexte 6">
            <a:extLst>
              <a:ext uri="{FF2B5EF4-FFF2-40B4-BE49-F238E27FC236}">
                <a16:creationId xmlns:a16="http://schemas.microsoft.com/office/drawing/2014/main" id="{93B0FC80-3857-01EE-F9C0-A214D3548CC3}"/>
              </a:ext>
            </a:extLst>
          </p:cNvPr>
          <p:cNvSpPr txBox="1"/>
          <p:nvPr/>
        </p:nvSpPr>
        <p:spPr>
          <a:xfrm>
            <a:off x="5068319" y="17480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21" name="ZoneTexte 6">
            <a:extLst>
              <a:ext uri="{FF2B5EF4-FFF2-40B4-BE49-F238E27FC236}">
                <a16:creationId xmlns:a16="http://schemas.microsoft.com/office/drawing/2014/main" id="{AE339E3F-5A83-5EDE-4DB7-58E3EE818EF4}"/>
              </a:ext>
            </a:extLst>
          </p:cNvPr>
          <p:cNvSpPr txBox="1"/>
          <p:nvPr/>
        </p:nvSpPr>
        <p:spPr>
          <a:xfrm>
            <a:off x="5604147" y="1738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22" name="ZoneTexte 6">
            <a:extLst>
              <a:ext uri="{FF2B5EF4-FFF2-40B4-BE49-F238E27FC236}">
                <a16:creationId xmlns:a16="http://schemas.microsoft.com/office/drawing/2014/main" id="{C1EFA149-703C-7495-0C71-3EC892919A05}"/>
              </a:ext>
            </a:extLst>
          </p:cNvPr>
          <p:cNvSpPr txBox="1"/>
          <p:nvPr/>
        </p:nvSpPr>
        <p:spPr>
          <a:xfrm>
            <a:off x="5797530" y="3979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8ADD92C4-242C-5BA8-434E-45CFE8943167}"/>
              </a:ext>
            </a:extLst>
          </p:cNvPr>
          <p:cNvSpPr txBox="1"/>
          <p:nvPr/>
        </p:nvSpPr>
        <p:spPr>
          <a:xfrm>
            <a:off x="7921726" y="2316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2" name="ZoneTexte 6">
            <a:extLst>
              <a:ext uri="{FF2B5EF4-FFF2-40B4-BE49-F238E27FC236}">
                <a16:creationId xmlns:a16="http://schemas.microsoft.com/office/drawing/2014/main" id="{12C1570A-C560-01F2-6526-B676FE69F6E6}"/>
              </a:ext>
            </a:extLst>
          </p:cNvPr>
          <p:cNvSpPr txBox="1"/>
          <p:nvPr/>
        </p:nvSpPr>
        <p:spPr>
          <a:xfrm>
            <a:off x="5905407" y="6815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E786B7-7D0D-A079-6579-D9C9FA64F496}"/>
              </a:ext>
            </a:extLst>
          </p:cNvPr>
          <p:cNvSpPr/>
          <p:nvPr/>
        </p:nvSpPr>
        <p:spPr>
          <a:xfrm>
            <a:off x="4242217" y="1339272"/>
            <a:ext cx="441117" cy="30140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6CA6BE-CA18-204E-B513-023312CAE1CF}"/>
              </a:ext>
            </a:extLst>
          </p:cNvPr>
          <p:cNvSpPr/>
          <p:nvPr/>
        </p:nvSpPr>
        <p:spPr>
          <a:xfrm>
            <a:off x="4692022" y="1319386"/>
            <a:ext cx="549942" cy="48023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140C2B-9CF8-6E7F-7801-6432F9E9C1AF}"/>
              </a:ext>
            </a:extLst>
          </p:cNvPr>
          <p:cNvSpPr/>
          <p:nvPr/>
        </p:nvSpPr>
        <p:spPr>
          <a:xfrm>
            <a:off x="5710237" y="1339271"/>
            <a:ext cx="353267" cy="48023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58621E-DAC3-319F-520C-A896EAE8CE6C}"/>
              </a:ext>
            </a:extLst>
          </p:cNvPr>
          <p:cNvSpPr/>
          <p:nvPr/>
        </p:nvSpPr>
        <p:spPr>
          <a:xfrm>
            <a:off x="6136160" y="845909"/>
            <a:ext cx="2083538" cy="152783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1" name="ZoneTexte 6">
            <a:extLst>
              <a:ext uri="{FF2B5EF4-FFF2-40B4-BE49-F238E27FC236}">
                <a16:creationId xmlns:a16="http://schemas.microsoft.com/office/drawing/2014/main" id="{36EEFACD-2977-EEE2-CF97-26259667AE64}"/>
              </a:ext>
            </a:extLst>
          </p:cNvPr>
          <p:cNvSpPr txBox="1"/>
          <p:nvPr/>
        </p:nvSpPr>
        <p:spPr>
          <a:xfrm>
            <a:off x="7857074" y="27023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  <p:sp>
        <p:nvSpPr>
          <p:cNvPr id="32" name="ZoneTexte 6">
            <a:extLst>
              <a:ext uri="{FF2B5EF4-FFF2-40B4-BE49-F238E27FC236}">
                <a16:creationId xmlns:a16="http://schemas.microsoft.com/office/drawing/2014/main" id="{395E7291-B0AD-3BCB-4D5D-8AAEEBA6F96D}"/>
              </a:ext>
            </a:extLst>
          </p:cNvPr>
          <p:cNvSpPr txBox="1"/>
          <p:nvPr/>
        </p:nvSpPr>
        <p:spPr>
          <a:xfrm>
            <a:off x="7802851" y="343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10</a:t>
            </a:r>
          </a:p>
        </p:txBody>
      </p:sp>
      <p:sp>
        <p:nvSpPr>
          <p:cNvPr id="33" name="ZoneTexte 6">
            <a:extLst>
              <a:ext uri="{FF2B5EF4-FFF2-40B4-BE49-F238E27FC236}">
                <a16:creationId xmlns:a16="http://schemas.microsoft.com/office/drawing/2014/main" id="{90716B7C-FA14-7E81-0DC5-7CE2DAE21AB3}"/>
              </a:ext>
            </a:extLst>
          </p:cNvPr>
          <p:cNvSpPr txBox="1"/>
          <p:nvPr/>
        </p:nvSpPr>
        <p:spPr>
          <a:xfrm>
            <a:off x="6741713" y="4163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11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3640F89-9FE5-520D-F078-896CC8C5D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950" y="5146121"/>
            <a:ext cx="3543300" cy="14478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047C2F-3A42-F511-AB61-356E2712E315}"/>
              </a:ext>
            </a:extLst>
          </p:cNvPr>
          <p:cNvCxnSpPr/>
          <p:nvPr/>
        </p:nvCxnSpPr>
        <p:spPr>
          <a:xfrm>
            <a:off x="2396995" y="5146121"/>
            <a:ext cx="0" cy="48806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5E9E35-120B-1473-AD2F-2C4AEE46E846}"/>
              </a:ext>
            </a:extLst>
          </p:cNvPr>
          <p:cNvCxnSpPr>
            <a:cxnSpLocks/>
          </p:cNvCxnSpPr>
          <p:nvPr/>
        </p:nvCxnSpPr>
        <p:spPr>
          <a:xfrm>
            <a:off x="2406390" y="5663669"/>
            <a:ext cx="0" cy="67247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6">
            <a:extLst>
              <a:ext uri="{FF2B5EF4-FFF2-40B4-BE49-F238E27FC236}">
                <a16:creationId xmlns:a16="http://schemas.microsoft.com/office/drawing/2014/main" id="{341BC775-940A-743B-CEFE-5D631D751CCC}"/>
              </a:ext>
            </a:extLst>
          </p:cNvPr>
          <p:cNvSpPr txBox="1"/>
          <p:nvPr/>
        </p:nvSpPr>
        <p:spPr>
          <a:xfrm>
            <a:off x="2083684" y="52054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44" name="ZoneTexte 6">
            <a:extLst>
              <a:ext uri="{FF2B5EF4-FFF2-40B4-BE49-F238E27FC236}">
                <a16:creationId xmlns:a16="http://schemas.microsoft.com/office/drawing/2014/main" id="{2EC92148-675C-D11E-2D9F-50305A7BF851}"/>
              </a:ext>
            </a:extLst>
          </p:cNvPr>
          <p:cNvSpPr txBox="1"/>
          <p:nvPr/>
        </p:nvSpPr>
        <p:spPr>
          <a:xfrm>
            <a:off x="2113267" y="57795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45" name="ZoneTexte 6">
            <a:extLst>
              <a:ext uri="{FF2B5EF4-FFF2-40B4-BE49-F238E27FC236}">
                <a16:creationId xmlns:a16="http://schemas.microsoft.com/office/drawing/2014/main" id="{B0E382D2-CBC9-743F-E641-5A13087E8FAA}"/>
              </a:ext>
            </a:extLst>
          </p:cNvPr>
          <p:cNvSpPr txBox="1"/>
          <p:nvPr/>
        </p:nvSpPr>
        <p:spPr>
          <a:xfrm>
            <a:off x="2113267" y="62879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95642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B0740E-BBC1-25B7-F67D-07436FE2D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468" y="0"/>
            <a:ext cx="6703063" cy="6858000"/>
          </a:xfrm>
          <a:prstGeom prst="rect">
            <a:avLst/>
          </a:prstGeom>
        </p:spPr>
      </p:pic>
      <p:sp>
        <p:nvSpPr>
          <p:cNvPr id="11" name="ZoneTexte 11">
            <a:extLst>
              <a:ext uri="{FF2B5EF4-FFF2-40B4-BE49-F238E27FC236}">
                <a16:creationId xmlns:a16="http://schemas.microsoft.com/office/drawing/2014/main" id="{63472AD8-6466-479C-9D84-11D3DAC79459}"/>
              </a:ext>
            </a:extLst>
          </p:cNvPr>
          <p:cNvSpPr txBox="1"/>
          <p:nvPr/>
        </p:nvSpPr>
        <p:spPr>
          <a:xfrm>
            <a:off x="4826927" y="1182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14" name="ZoneTexte 11">
            <a:extLst>
              <a:ext uri="{FF2B5EF4-FFF2-40B4-BE49-F238E27FC236}">
                <a16:creationId xmlns:a16="http://schemas.microsoft.com/office/drawing/2014/main" id="{738E938D-EB16-4C24-B4BC-B5DF50FC1710}"/>
              </a:ext>
            </a:extLst>
          </p:cNvPr>
          <p:cNvSpPr txBox="1"/>
          <p:nvPr/>
        </p:nvSpPr>
        <p:spPr>
          <a:xfrm>
            <a:off x="3298248" y="21715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16" name="ZoneTexte 11">
            <a:extLst>
              <a:ext uri="{FF2B5EF4-FFF2-40B4-BE49-F238E27FC236}">
                <a16:creationId xmlns:a16="http://schemas.microsoft.com/office/drawing/2014/main" id="{77EE01F6-0ADD-40AE-8B2F-47286EB6B77D}"/>
              </a:ext>
            </a:extLst>
          </p:cNvPr>
          <p:cNvSpPr txBox="1"/>
          <p:nvPr/>
        </p:nvSpPr>
        <p:spPr>
          <a:xfrm>
            <a:off x="3280886" y="33735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9" name="ZoneTexte 11">
            <a:extLst>
              <a:ext uri="{FF2B5EF4-FFF2-40B4-BE49-F238E27FC236}">
                <a16:creationId xmlns:a16="http://schemas.microsoft.com/office/drawing/2014/main" id="{408FC801-FF89-40DE-AF26-50224D7B6A87}"/>
              </a:ext>
            </a:extLst>
          </p:cNvPr>
          <p:cNvSpPr txBox="1"/>
          <p:nvPr/>
        </p:nvSpPr>
        <p:spPr>
          <a:xfrm>
            <a:off x="3281453" y="37476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21" name="ZoneTexte 11">
            <a:extLst>
              <a:ext uri="{FF2B5EF4-FFF2-40B4-BE49-F238E27FC236}">
                <a16:creationId xmlns:a16="http://schemas.microsoft.com/office/drawing/2014/main" id="{1586F6FC-9023-4E31-920A-FAA542747504}"/>
              </a:ext>
            </a:extLst>
          </p:cNvPr>
          <p:cNvSpPr txBox="1"/>
          <p:nvPr/>
        </p:nvSpPr>
        <p:spPr>
          <a:xfrm>
            <a:off x="4421156" y="45307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22" name="ZoneTexte 11">
            <a:extLst>
              <a:ext uri="{FF2B5EF4-FFF2-40B4-BE49-F238E27FC236}">
                <a16:creationId xmlns:a16="http://schemas.microsoft.com/office/drawing/2014/main" id="{0CE95B67-113D-47F7-88C7-FB6411BC2ECC}"/>
              </a:ext>
            </a:extLst>
          </p:cNvPr>
          <p:cNvSpPr txBox="1"/>
          <p:nvPr/>
        </p:nvSpPr>
        <p:spPr>
          <a:xfrm>
            <a:off x="4421156" y="53254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25" name="ZoneTexte 11">
            <a:extLst>
              <a:ext uri="{FF2B5EF4-FFF2-40B4-BE49-F238E27FC236}">
                <a16:creationId xmlns:a16="http://schemas.microsoft.com/office/drawing/2014/main" id="{3B115D02-24D3-422A-995B-A95EB8F3F5EE}"/>
              </a:ext>
            </a:extLst>
          </p:cNvPr>
          <p:cNvSpPr txBox="1"/>
          <p:nvPr/>
        </p:nvSpPr>
        <p:spPr>
          <a:xfrm>
            <a:off x="1152274" y="9393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  <p:sp>
        <p:nvSpPr>
          <p:cNvPr id="26" name="ZoneTexte 11">
            <a:extLst>
              <a:ext uri="{FF2B5EF4-FFF2-40B4-BE49-F238E27FC236}">
                <a16:creationId xmlns:a16="http://schemas.microsoft.com/office/drawing/2014/main" id="{A18C9203-97A2-4545-BB47-96851C316D85}"/>
              </a:ext>
            </a:extLst>
          </p:cNvPr>
          <p:cNvSpPr txBox="1"/>
          <p:nvPr/>
        </p:nvSpPr>
        <p:spPr>
          <a:xfrm>
            <a:off x="1031431" y="17769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3E545E-26A0-C391-190E-E9250350C6D3}"/>
              </a:ext>
            </a:extLst>
          </p:cNvPr>
          <p:cNvSpPr/>
          <p:nvPr/>
        </p:nvSpPr>
        <p:spPr>
          <a:xfrm>
            <a:off x="3365838" y="535983"/>
            <a:ext cx="2059619" cy="131854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A5A05-7367-0282-F0CF-37186DA41DC2}"/>
              </a:ext>
            </a:extLst>
          </p:cNvPr>
          <p:cNvSpPr txBox="1"/>
          <p:nvPr/>
        </p:nvSpPr>
        <p:spPr>
          <a:xfrm>
            <a:off x="5493047" y="35131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79F38-241D-A6C0-240D-F6CFC3D5A0F8}"/>
              </a:ext>
            </a:extLst>
          </p:cNvPr>
          <p:cNvSpPr/>
          <p:nvPr/>
        </p:nvSpPr>
        <p:spPr>
          <a:xfrm>
            <a:off x="3365838" y="1938887"/>
            <a:ext cx="2059619" cy="243798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8DE0B4-DD08-62AF-5865-5BFE155484E0}"/>
              </a:ext>
            </a:extLst>
          </p:cNvPr>
          <p:cNvSpPr/>
          <p:nvPr/>
        </p:nvSpPr>
        <p:spPr>
          <a:xfrm>
            <a:off x="3365838" y="4479524"/>
            <a:ext cx="2059619" cy="1985075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1652A-FF4C-BE48-59DF-18FAFB49C9C9}"/>
              </a:ext>
            </a:extLst>
          </p:cNvPr>
          <p:cNvSpPr/>
          <p:nvPr/>
        </p:nvSpPr>
        <p:spPr>
          <a:xfrm>
            <a:off x="1031431" y="662443"/>
            <a:ext cx="2290413" cy="276655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8E20C1-5181-04C7-ED97-2962DFF71BEF}"/>
              </a:ext>
            </a:extLst>
          </p:cNvPr>
          <p:cNvSpPr txBox="1"/>
          <p:nvPr/>
        </p:nvSpPr>
        <p:spPr>
          <a:xfrm>
            <a:off x="5493047" y="437582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E4E07-0ACA-4FD3-A09C-0625B8C6794B}"/>
              </a:ext>
            </a:extLst>
          </p:cNvPr>
          <p:cNvSpPr txBox="1"/>
          <p:nvPr/>
        </p:nvSpPr>
        <p:spPr>
          <a:xfrm>
            <a:off x="685549" y="65287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A846A9-F91A-8261-340D-70086C595CEB}"/>
              </a:ext>
            </a:extLst>
          </p:cNvPr>
          <p:cNvSpPr txBox="1"/>
          <p:nvPr/>
        </p:nvSpPr>
        <p:spPr>
          <a:xfrm>
            <a:off x="5493047" y="19445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AF0AED-7D3E-AFA4-BA0F-E9F854097564}"/>
              </a:ext>
            </a:extLst>
          </p:cNvPr>
          <p:cNvSpPr/>
          <p:nvPr/>
        </p:nvSpPr>
        <p:spPr>
          <a:xfrm>
            <a:off x="1031431" y="3614027"/>
            <a:ext cx="2280133" cy="324397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4">
            <a:extLst>
              <a:ext uri="{FF2B5EF4-FFF2-40B4-BE49-F238E27FC236}">
                <a16:creationId xmlns:a16="http://schemas.microsoft.com/office/drawing/2014/main" id="{0FD42E3B-58F9-09DB-B94A-461C33B00DD5}"/>
              </a:ext>
            </a:extLst>
          </p:cNvPr>
          <p:cNvSpPr txBox="1"/>
          <p:nvPr/>
        </p:nvSpPr>
        <p:spPr>
          <a:xfrm>
            <a:off x="675130" y="357841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400" dirty="0">
                <a:solidFill>
                  <a:srgbClr val="7030A0"/>
                </a:solidFill>
              </a:rPr>
              <a:t>E</a:t>
            </a:r>
          </a:p>
        </p:txBody>
      </p:sp>
      <p:sp>
        <p:nvSpPr>
          <p:cNvPr id="28" name="ZoneTexte 11">
            <a:extLst>
              <a:ext uri="{FF2B5EF4-FFF2-40B4-BE49-F238E27FC236}">
                <a16:creationId xmlns:a16="http://schemas.microsoft.com/office/drawing/2014/main" id="{E12F90B6-85D3-CEAE-8DC9-9A5C8BE7FD8C}"/>
              </a:ext>
            </a:extLst>
          </p:cNvPr>
          <p:cNvSpPr txBox="1"/>
          <p:nvPr/>
        </p:nvSpPr>
        <p:spPr>
          <a:xfrm>
            <a:off x="3288151" y="26813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29" name="ZoneTexte 11">
            <a:extLst>
              <a:ext uri="{FF2B5EF4-FFF2-40B4-BE49-F238E27FC236}">
                <a16:creationId xmlns:a16="http://schemas.microsoft.com/office/drawing/2014/main" id="{8712B2E3-8538-1806-2E71-B2D510390518}"/>
              </a:ext>
            </a:extLst>
          </p:cNvPr>
          <p:cNvSpPr txBox="1"/>
          <p:nvPr/>
        </p:nvSpPr>
        <p:spPr>
          <a:xfrm>
            <a:off x="3288151" y="29385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30" name="ZoneTexte 11">
            <a:extLst>
              <a:ext uri="{FF2B5EF4-FFF2-40B4-BE49-F238E27FC236}">
                <a16:creationId xmlns:a16="http://schemas.microsoft.com/office/drawing/2014/main" id="{396D4012-125E-0CB1-8F20-D7ECB1A59C23}"/>
              </a:ext>
            </a:extLst>
          </p:cNvPr>
          <p:cNvSpPr txBox="1"/>
          <p:nvPr/>
        </p:nvSpPr>
        <p:spPr>
          <a:xfrm>
            <a:off x="1036507" y="272044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11</a:t>
            </a:r>
          </a:p>
        </p:txBody>
      </p:sp>
      <p:sp>
        <p:nvSpPr>
          <p:cNvPr id="31" name="ZoneTexte 11">
            <a:extLst>
              <a:ext uri="{FF2B5EF4-FFF2-40B4-BE49-F238E27FC236}">
                <a16:creationId xmlns:a16="http://schemas.microsoft.com/office/drawing/2014/main" id="{422834EF-33BE-A884-63D3-7A82168D19AE}"/>
              </a:ext>
            </a:extLst>
          </p:cNvPr>
          <p:cNvSpPr txBox="1"/>
          <p:nvPr/>
        </p:nvSpPr>
        <p:spPr>
          <a:xfrm>
            <a:off x="1019245" y="39501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13</a:t>
            </a:r>
          </a:p>
        </p:txBody>
      </p:sp>
      <p:sp>
        <p:nvSpPr>
          <p:cNvPr id="32" name="ZoneTexte 11">
            <a:extLst>
              <a:ext uri="{FF2B5EF4-FFF2-40B4-BE49-F238E27FC236}">
                <a16:creationId xmlns:a16="http://schemas.microsoft.com/office/drawing/2014/main" id="{15A875FE-3C98-C265-161E-BA63D8D05917}"/>
              </a:ext>
            </a:extLst>
          </p:cNvPr>
          <p:cNvSpPr txBox="1"/>
          <p:nvPr/>
        </p:nvSpPr>
        <p:spPr>
          <a:xfrm>
            <a:off x="1011116" y="42165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14</a:t>
            </a:r>
          </a:p>
        </p:txBody>
      </p:sp>
      <p:sp>
        <p:nvSpPr>
          <p:cNvPr id="33" name="ZoneTexte 11">
            <a:extLst>
              <a:ext uri="{FF2B5EF4-FFF2-40B4-BE49-F238E27FC236}">
                <a16:creationId xmlns:a16="http://schemas.microsoft.com/office/drawing/2014/main" id="{B4738EAA-EC24-5857-FD7E-5E7B8D8D857D}"/>
              </a:ext>
            </a:extLst>
          </p:cNvPr>
          <p:cNvSpPr txBox="1"/>
          <p:nvPr/>
        </p:nvSpPr>
        <p:spPr>
          <a:xfrm>
            <a:off x="1031431" y="50292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15</a:t>
            </a:r>
          </a:p>
        </p:txBody>
      </p:sp>
      <p:sp>
        <p:nvSpPr>
          <p:cNvPr id="34" name="ZoneTexte 11">
            <a:extLst>
              <a:ext uri="{FF2B5EF4-FFF2-40B4-BE49-F238E27FC236}">
                <a16:creationId xmlns:a16="http://schemas.microsoft.com/office/drawing/2014/main" id="{B614AE3A-9D6E-226C-367B-AC80AF125526}"/>
              </a:ext>
            </a:extLst>
          </p:cNvPr>
          <p:cNvSpPr txBox="1"/>
          <p:nvPr/>
        </p:nvSpPr>
        <p:spPr>
          <a:xfrm>
            <a:off x="1662367" y="614427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16</a:t>
            </a:r>
          </a:p>
        </p:txBody>
      </p:sp>
      <p:sp>
        <p:nvSpPr>
          <p:cNvPr id="10" name="ZoneTexte 11">
            <a:extLst>
              <a:ext uri="{FF2B5EF4-FFF2-40B4-BE49-F238E27FC236}">
                <a16:creationId xmlns:a16="http://schemas.microsoft.com/office/drawing/2014/main" id="{DB4C6D7A-2E1D-6813-B6A9-63E6448DA718}"/>
              </a:ext>
            </a:extLst>
          </p:cNvPr>
          <p:cNvSpPr txBox="1"/>
          <p:nvPr/>
        </p:nvSpPr>
        <p:spPr>
          <a:xfrm>
            <a:off x="1019245" y="374426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08064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B9FF9-5B6C-5274-03A0-1CD781B1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79" y="1178038"/>
            <a:ext cx="7055181" cy="3479179"/>
          </a:xfrm>
          <a:prstGeom prst="rect">
            <a:avLst/>
          </a:prstGeom>
        </p:spPr>
      </p:pic>
      <p:sp>
        <p:nvSpPr>
          <p:cNvPr id="6" name="ZoneTexte 6">
            <a:extLst>
              <a:ext uri="{FF2B5EF4-FFF2-40B4-BE49-F238E27FC236}">
                <a16:creationId xmlns:a16="http://schemas.microsoft.com/office/drawing/2014/main" id="{2ED8FE06-1F26-567C-8688-6B406B1A9A64}"/>
              </a:ext>
            </a:extLst>
          </p:cNvPr>
          <p:cNvSpPr txBox="1"/>
          <p:nvPr/>
        </p:nvSpPr>
        <p:spPr>
          <a:xfrm>
            <a:off x="2415198" y="19175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CDFA9F-B37D-C28C-D064-203FC41BAFE1}"/>
              </a:ext>
            </a:extLst>
          </p:cNvPr>
          <p:cNvSpPr txBox="1"/>
          <p:nvPr/>
        </p:nvSpPr>
        <p:spPr>
          <a:xfrm>
            <a:off x="5635930" y="19175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83929B2F-BA9B-E645-FCD7-B43F9A3E73EB}"/>
              </a:ext>
            </a:extLst>
          </p:cNvPr>
          <p:cNvSpPr txBox="1"/>
          <p:nvPr/>
        </p:nvSpPr>
        <p:spPr>
          <a:xfrm>
            <a:off x="2415198" y="26716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9" name="ZoneTexte 6">
            <a:extLst>
              <a:ext uri="{FF2B5EF4-FFF2-40B4-BE49-F238E27FC236}">
                <a16:creationId xmlns:a16="http://schemas.microsoft.com/office/drawing/2014/main" id="{E0EB010C-A3D0-8EEB-579D-192B37F0C25F}"/>
              </a:ext>
            </a:extLst>
          </p:cNvPr>
          <p:cNvSpPr txBox="1"/>
          <p:nvPr/>
        </p:nvSpPr>
        <p:spPr>
          <a:xfrm>
            <a:off x="3758740" y="23913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232C7CC2-6F8D-6F34-DE97-5B1C0D12F6B2}"/>
              </a:ext>
            </a:extLst>
          </p:cNvPr>
          <p:cNvSpPr txBox="1"/>
          <p:nvPr/>
        </p:nvSpPr>
        <p:spPr>
          <a:xfrm>
            <a:off x="3160650" y="31198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B73E4B25-208D-24BE-2E2E-A57D84C5DE5A}"/>
              </a:ext>
            </a:extLst>
          </p:cNvPr>
          <p:cNvSpPr txBox="1"/>
          <p:nvPr/>
        </p:nvSpPr>
        <p:spPr>
          <a:xfrm>
            <a:off x="5210559" y="27606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E2A960FC-4B8B-A663-5885-966156BACB20}"/>
              </a:ext>
            </a:extLst>
          </p:cNvPr>
          <p:cNvSpPr txBox="1"/>
          <p:nvPr/>
        </p:nvSpPr>
        <p:spPr>
          <a:xfrm>
            <a:off x="7818851" y="15625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110C0431-2A5E-A1B6-5EFE-3D5B9A9C0642}"/>
              </a:ext>
            </a:extLst>
          </p:cNvPr>
          <p:cNvSpPr txBox="1"/>
          <p:nvPr/>
        </p:nvSpPr>
        <p:spPr>
          <a:xfrm>
            <a:off x="7818851" y="18738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14" name="ZoneTexte 6">
            <a:extLst>
              <a:ext uri="{FF2B5EF4-FFF2-40B4-BE49-F238E27FC236}">
                <a16:creationId xmlns:a16="http://schemas.microsoft.com/office/drawing/2014/main" id="{B43AAA21-C602-78B9-B797-5EE8DB0AEF15}"/>
              </a:ext>
            </a:extLst>
          </p:cNvPr>
          <p:cNvSpPr txBox="1"/>
          <p:nvPr/>
        </p:nvSpPr>
        <p:spPr>
          <a:xfrm>
            <a:off x="7818851" y="23013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  <p:sp>
        <p:nvSpPr>
          <p:cNvPr id="16" name="ZoneTexte 6">
            <a:extLst>
              <a:ext uri="{FF2B5EF4-FFF2-40B4-BE49-F238E27FC236}">
                <a16:creationId xmlns:a16="http://schemas.microsoft.com/office/drawing/2014/main" id="{3EAE9829-BBDD-3A4D-B6A7-8508C2C6A5E2}"/>
              </a:ext>
            </a:extLst>
          </p:cNvPr>
          <p:cNvSpPr txBox="1"/>
          <p:nvPr/>
        </p:nvSpPr>
        <p:spPr>
          <a:xfrm>
            <a:off x="7911185" y="30015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10</a:t>
            </a:r>
          </a:p>
        </p:txBody>
      </p:sp>
      <p:sp>
        <p:nvSpPr>
          <p:cNvPr id="4" name="ZoneTexte 6">
            <a:extLst>
              <a:ext uri="{FF2B5EF4-FFF2-40B4-BE49-F238E27FC236}">
                <a16:creationId xmlns:a16="http://schemas.microsoft.com/office/drawing/2014/main" id="{635C1F4E-4A0C-430E-8CD5-1F767F4AF143}"/>
              </a:ext>
            </a:extLst>
          </p:cNvPr>
          <p:cNvSpPr txBox="1"/>
          <p:nvPr/>
        </p:nvSpPr>
        <p:spPr>
          <a:xfrm>
            <a:off x="7911185" y="329463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77F466-AC4B-D64D-1DDA-8EF49B87A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282" y="4192597"/>
            <a:ext cx="1571844" cy="447737"/>
          </a:xfrm>
          <a:prstGeom prst="rect">
            <a:avLst/>
          </a:prstGeom>
        </p:spPr>
      </p:pic>
      <p:sp>
        <p:nvSpPr>
          <p:cNvPr id="17" name="ZoneTexte 6">
            <a:extLst>
              <a:ext uri="{FF2B5EF4-FFF2-40B4-BE49-F238E27FC236}">
                <a16:creationId xmlns:a16="http://schemas.microsoft.com/office/drawing/2014/main" id="{F24AAFB1-A703-66C2-EA56-DB44F8D9DEF4}"/>
              </a:ext>
            </a:extLst>
          </p:cNvPr>
          <p:cNvSpPr txBox="1"/>
          <p:nvPr/>
        </p:nvSpPr>
        <p:spPr>
          <a:xfrm>
            <a:off x="6647993" y="404834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88971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4011D-91AF-C05F-EF1F-275C5D4E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E786DC7-DAD1-9964-EF1B-187678744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48" y="1174373"/>
            <a:ext cx="7051748" cy="3477486"/>
          </a:xfrm>
          <a:prstGeom prst="rect">
            <a:avLst/>
          </a:prstGeom>
        </p:spPr>
      </p:pic>
      <p:sp>
        <p:nvSpPr>
          <p:cNvPr id="6" name="ZoneTexte 6">
            <a:extLst>
              <a:ext uri="{FF2B5EF4-FFF2-40B4-BE49-F238E27FC236}">
                <a16:creationId xmlns:a16="http://schemas.microsoft.com/office/drawing/2014/main" id="{83B824AA-7DBE-4A52-2EE8-E39B72271B81}"/>
              </a:ext>
            </a:extLst>
          </p:cNvPr>
          <p:cNvSpPr txBox="1"/>
          <p:nvPr/>
        </p:nvSpPr>
        <p:spPr>
          <a:xfrm>
            <a:off x="2242726" y="1907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2128BBE-C489-A820-3B20-4F351534F4D3}"/>
              </a:ext>
            </a:extLst>
          </p:cNvPr>
          <p:cNvSpPr txBox="1"/>
          <p:nvPr/>
        </p:nvSpPr>
        <p:spPr>
          <a:xfrm>
            <a:off x="5508288" y="1907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853A1612-4AB2-8CBB-6EEE-46C61580AA37}"/>
              </a:ext>
            </a:extLst>
          </p:cNvPr>
          <p:cNvSpPr txBox="1"/>
          <p:nvPr/>
        </p:nvSpPr>
        <p:spPr>
          <a:xfrm>
            <a:off x="2298448" y="2650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9" name="ZoneTexte 6">
            <a:extLst>
              <a:ext uri="{FF2B5EF4-FFF2-40B4-BE49-F238E27FC236}">
                <a16:creationId xmlns:a16="http://schemas.microsoft.com/office/drawing/2014/main" id="{2C42801F-2DDC-97A2-0BB9-51D3637CEC0A}"/>
              </a:ext>
            </a:extLst>
          </p:cNvPr>
          <p:cNvSpPr txBox="1"/>
          <p:nvPr/>
        </p:nvSpPr>
        <p:spPr>
          <a:xfrm>
            <a:off x="5102283" y="2917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45D8BE27-285D-CB26-E6A0-E9C7BBCD7970}"/>
              </a:ext>
            </a:extLst>
          </p:cNvPr>
          <p:cNvSpPr txBox="1"/>
          <p:nvPr/>
        </p:nvSpPr>
        <p:spPr>
          <a:xfrm>
            <a:off x="7672337" y="15809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11D4AAAC-3DB8-D213-FA9F-605D3A1047CE}"/>
              </a:ext>
            </a:extLst>
          </p:cNvPr>
          <p:cNvSpPr txBox="1"/>
          <p:nvPr/>
        </p:nvSpPr>
        <p:spPr>
          <a:xfrm>
            <a:off x="7672337" y="18591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20623E13-8E32-802B-9891-E2F89275FD1C}"/>
              </a:ext>
            </a:extLst>
          </p:cNvPr>
          <p:cNvSpPr txBox="1"/>
          <p:nvPr/>
        </p:nvSpPr>
        <p:spPr>
          <a:xfrm>
            <a:off x="7624474" y="23220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4F175A14-DBC2-6558-DC93-BD80F749B190}"/>
              </a:ext>
            </a:extLst>
          </p:cNvPr>
          <p:cNvSpPr txBox="1"/>
          <p:nvPr/>
        </p:nvSpPr>
        <p:spPr>
          <a:xfrm>
            <a:off x="3483954" y="23636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16" name="ZoneTexte 6">
            <a:extLst>
              <a:ext uri="{FF2B5EF4-FFF2-40B4-BE49-F238E27FC236}">
                <a16:creationId xmlns:a16="http://schemas.microsoft.com/office/drawing/2014/main" id="{9B6B32A0-2C6E-2836-0014-2F638639965F}"/>
              </a:ext>
            </a:extLst>
          </p:cNvPr>
          <p:cNvSpPr txBox="1"/>
          <p:nvPr/>
        </p:nvSpPr>
        <p:spPr>
          <a:xfrm>
            <a:off x="7624474" y="27848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06D584-587A-3056-9991-D7F0DCE28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624" y="4188462"/>
            <a:ext cx="1571844" cy="447737"/>
          </a:xfrm>
          <a:prstGeom prst="rect">
            <a:avLst/>
          </a:prstGeom>
        </p:spPr>
      </p:pic>
      <p:sp>
        <p:nvSpPr>
          <p:cNvPr id="4" name="ZoneTexte 6">
            <a:extLst>
              <a:ext uri="{FF2B5EF4-FFF2-40B4-BE49-F238E27FC236}">
                <a16:creationId xmlns:a16="http://schemas.microsoft.com/office/drawing/2014/main" id="{BB89A589-96B6-B6E6-E6FC-164D8DE69E11}"/>
              </a:ext>
            </a:extLst>
          </p:cNvPr>
          <p:cNvSpPr txBox="1"/>
          <p:nvPr/>
        </p:nvSpPr>
        <p:spPr>
          <a:xfrm>
            <a:off x="6616534" y="40072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55244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78B1E-FAC1-6FA1-B78B-81C2ABB81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48" y="1164398"/>
            <a:ext cx="7051748" cy="3477486"/>
          </a:xfrm>
          <a:prstGeom prst="rect">
            <a:avLst/>
          </a:prstGeom>
        </p:spPr>
      </p:pic>
      <p:sp>
        <p:nvSpPr>
          <p:cNvPr id="6" name="ZoneTexte 6">
            <a:extLst>
              <a:ext uri="{FF2B5EF4-FFF2-40B4-BE49-F238E27FC236}">
                <a16:creationId xmlns:a16="http://schemas.microsoft.com/office/drawing/2014/main" id="{8BC04CDE-F172-0A26-4877-577006DA0E27}"/>
              </a:ext>
            </a:extLst>
          </p:cNvPr>
          <p:cNvSpPr txBox="1"/>
          <p:nvPr/>
        </p:nvSpPr>
        <p:spPr>
          <a:xfrm>
            <a:off x="2242726" y="1907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BED7C2-6D17-5E4C-6A3E-AE685FBEB008}"/>
              </a:ext>
            </a:extLst>
          </p:cNvPr>
          <p:cNvSpPr txBox="1"/>
          <p:nvPr/>
        </p:nvSpPr>
        <p:spPr>
          <a:xfrm>
            <a:off x="5508288" y="1907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82FD1903-F1EE-F5E7-810D-648AB7C1605E}"/>
              </a:ext>
            </a:extLst>
          </p:cNvPr>
          <p:cNvSpPr txBox="1"/>
          <p:nvPr/>
        </p:nvSpPr>
        <p:spPr>
          <a:xfrm>
            <a:off x="2298448" y="2650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9" name="ZoneTexte 6">
            <a:extLst>
              <a:ext uri="{FF2B5EF4-FFF2-40B4-BE49-F238E27FC236}">
                <a16:creationId xmlns:a16="http://schemas.microsoft.com/office/drawing/2014/main" id="{AF1D3CCF-7962-50C0-7B57-38BC9A23AC05}"/>
              </a:ext>
            </a:extLst>
          </p:cNvPr>
          <p:cNvSpPr txBox="1"/>
          <p:nvPr/>
        </p:nvSpPr>
        <p:spPr>
          <a:xfrm>
            <a:off x="5102283" y="2917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C1CE9D4A-93B1-D492-EE4B-0EA688AA1389}"/>
              </a:ext>
            </a:extLst>
          </p:cNvPr>
          <p:cNvSpPr txBox="1"/>
          <p:nvPr/>
        </p:nvSpPr>
        <p:spPr>
          <a:xfrm>
            <a:off x="7576610" y="1765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7E49F9A3-ED8B-596C-425C-51C5C8FD3748}"/>
              </a:ext>
            </a:extLst>
          </p:cNvPr>
          <p:cNvSpPr txBox="1"/>
          <p:nvPr/>
        </p:nvSpPr>
        <p:spPr>
          <a:xfrm>
            <a:off x="7606348" y="2316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4185496C-AC3D-3A3E-DCC3-42C655478224}"/>
              </a:ext>
            </a:extLst>
          </p:cNvPr>
          <p:cNvSpPr txBox="1"/>
          <p:nvPr/>
        </p:nvSpPr>
        <p:spPr>
          <a:xfrm>
            <a:off x="7606348" y="2781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B7678D5D-203A-FA98-E074-F0ABECAD35FA}"/>
              </a:ext>
            </a:extLst>
          </p:cNvPr>
          <p:cNvSpPr txBox="1"/>
          <p:nvPr/>
        </p:nvSpPr>
        <p:spPr>
          <a:xfrm>
            <a:off x="3483954" y="23636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A5BFCD-DF82-57D1-1E75-A99E52288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308" y="4190961"/>
            <a:ext cx="1571844" cy="447737"/>
          </a:xfrm>
          <a:prstGeom prst="rect">
            <a:avLst/>
          </a:prstGeom>
        </p:spPr>
      </p:pic>
      <p:sp>
        <p:nvSpPr>
          <p:cNvPr id="4" name="ZoneTexte 6">
            <a:extLst>
              <a:ext uri="{FF2B5EF4-FFF2-40B4-BE49-F238E27FC236}">
                <a16:creationId xmlns:a16="http://schemas.microsoft.com/office/drawing/2014/main" id="{BC7787DB-4217-35B2-8DE5-67F0215CF706}"/>
              </a:ext>
            </a:extLst>
          </p:cNvPr>
          <p:cNvSpPr txBox="1"/>
          <p:nvPr/>
        </p:nvSpPr>
        <p:spPr>
          <a:xfrm>
            <a:off x="6616534" y="40072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46621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1CC9B3-8DDC-0301-8B29-80B6BC7282A4}"/>
              </a:ext>
            </a:extLst>
          </p:cNvPr>
          <p:cNvSpPr txBox="1"/>
          <p:nvPr/>
        </p:nvSpPr>
        <p:spPr>
          <a:xfrm>
            <a:off x="2850441" y="904984"/>
            <a:ext cx="949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Amplitude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A5CFC2-69B7-7173-D11D-3CC190ABB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1237260"/>
            <a:ext cx="8876145" cy="8118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6C5E28-BBFD-B686-3177-8D25A9D8328B}"/>
              </a:ext>
            </a:extLst>
          </p:cNvPr>
          <p:cNvSpPr/>
          <p:nvPr/>
        </p:nvSpPr>
        <p:spPr>
          <a:xfrm>
            <a:off x="1302327" y="1212760"/>
            <a:ext cx="3657600" cy="836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7A8843-1746-7E06-98A6-CFCF465C84E7}"/>
              </a:ext>
            </a:extLst>
          </p:cNvPr>
          <p:cNvSpPr/>
          <p:nvPr/>
        </p:nvSpPr>
        <p:spPr>
          <a:xfrm>
            <a:off x="5357092" y="1212761"/>
            <a:ext cx="3722253" cy="83634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6A8F3-FEB5-4EFA-A4A8-6ACCEA677CE9}"/>
              </a:ext>
            </a:extLst>
          </p:cNvPr>
          <p:cNvSpPr txBox="1"/>
          <p:nvPr/>
        </p:nvSpPr>
        <p:spPr>
          <a:xfrm>
            <a:off x="6831926" y="904984"/>
            <a:ext cx="772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Position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70DC6D-D165-A2C8-FD76-16FEE6739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138" y="2938462"/>
            <a:ext cx="4734936" cy="7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65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CB80D-FB31-DB55-CB17-6B574C31F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218" y="746577"/>
            <a:ext cx="4048967" cy="35670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8F28F9-681B-AA8E-D5C2-3A6AC53E1308}"/>
              </a:ext>
            </a:extLst>
          </p:cNvPr>
          <p:cNvSpPr/>
          <p:nvPr/>
        </p:nvSpPr>
        <p:spPr>
          <a:xfrm>
            <a:off x="5548342" y="2767013"/>
            <a:ext cx="419072" cy="1428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0D181D-3295-225F-01A5-BCB7DC1B6FF7}"/>
              </a:ext>
            </a:extLst>
          </p:cNvPr>
          <p:cNvSpPr/>
          <p:nvPr/>
        </p:nvSpPr>
        <p:spPr>
          <a:xfrm>
            <a:off x="5559485" y="3657600"/>
            <a:ext cx="419072" cy="1772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11">
            <a:extLst>
              <a:ext uri="{FF2B5EF4-FFF2-40B4-BE49-F238E27FC236}">
                <a16:creationId xmlns:a16="http://schemas.microsoft.com/office/drawing/2014/main" id="{0A9A31BC-3B2C-4096-25FF-187F74D2B6C8}"/>
              </a:ext>
            </a:extLst>
          </p:cNvPr>
          <p:cNvSpPr txBox="1"/>
          <p:nvPr/>
        </p:nvSpPr>
        <p:spPr>
          <a:xfrm>
            <a:off x="5891120" y="2653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ZoneTexte 11">
            <a:extLst>
              <a:ext uri="{FF2B5EF4-FFF2-40B4-BE49-F238E27FC236}">
                <a16:creationId xmlns:a16="http://schemas.microsoft.com/office/drawing/2014/main" id="{B9024BD8-9C8F-9056-62BE-1831448B717A}"/>
              </a:ext>
            </a:extLst>
          </p:cNvPr>
          <p:cNvSpPr txBox="1"/>
          <p:nvPr/>
        </p:nvSpPr>
        <p:spPr>
          <a:xfrm>
            <a:off x="5929342" y="35517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E7CBF47-FBA9-B41A-36DF-4EF3F830980B}"/>
              </a:ext>
            </a:extLst>
          </p:cNvPr>
          <p:cNvCxnSpPr>
            <a:cxnSpLocks/>
          </p:cNvCxnSpPr>
          <p:nvPr/>
        </p:nvCxnSpPr>
        <p:spPr>
          <a:xfrm>
            <a:off x="3954462" y="2205037"/>
            <a:ext cx="88900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22E4FE6-3E1B-8EDC-92F1-961B3B4C6805}"/>
              </a:ext>
            </a:extLst>
          </p:cNvPr>
          <p:cNvCxnSpPr>
            <a:cxnSpLocks/>
          </p:cNvCxnSpPr>
          <p:nvPr/>
        </p:nvCxnSpPr>
        <p:spPr>
          <a:xfrm flipH="1" flipV="1">
            <a:off x="4398962" y="2238375"/>
            <a:ext cx="1146266" cy="6000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184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B39F2F-9F38-E4C7-2B5E-63D23019C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744" y="500062"/>
            <a:ext cx="5248275" cy="5143500"/>
          </a:xfrm>
          <a:prstGeom prst="rect">
            <a:avLst/>
          </a:prstGeom>
        </p:spPr>
      </p:pic>
      <p:sp>
        <p:nvSpPr>
          <p:cNvPr id="6" name="ZoneTexte 11">
            <a:extLst>
              <a:ext uri="{FF2B5EF4-FFF2-40B4-BE49-F238E27FC236}">
                <a16:creationId xmlns:a16="http://schemas.microsoft.com/office/drawing/2014/main" id="{5E13120F-4338-FCB1-AD80-5D00E58D33E7}"/>
              </a:ext>
            </a:extLst>
          </p:cNvPr>
          <p:cNvSpPr txBox="1"/>
          <p:nvPr/>
        </p:nvSpPr>
        <p:spPr>
          <a:xfrm>
            <a:off x="3931577" y="10906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7" name="ZoneTexte 11">
            <a:extLst>
              <a:ext uri="{FF2B5EF4-FFF2-40B4-BE49-F238E27FC236}">
                <a16:creationId xmlns:a16="http://schemas.microsoft.com/office/drawing/2014/main" id="{7A90D959-D9E3-679B-1916-9C0D221F3D00}"/>
              </a:ext>
            </a:extLst>
          </p:cNvPr>
          <p:cNvSpPr txBox="1"/>
          <p:nvPr/>
        </p:nvSpPr>
        <p:spPr>
          <a:xfrm>
            <a:off x="3939197" y="13288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8" name="ZoneTexte 11">
            <a:extLst>
              <a:ext uri="{FF2B5EF4-FFF2-40B4-BE49-F238E27FC236}">
                <a16:creationId xmlns:a16="http://schemas.microsoft.com/office/drawing/2014/main" id="{3AE19FFA-FF60-72B9-E4A2-3008279E6FDC}"/>
              </a:ext>
            </a:extLst>
          </p:cNvPr>
          <p:cNvSpPr txBox="1"/>
          <p:nvPr/>
        </p:nvSpPr>
        <p:spPr>
          <a:xfrm>
            <a:off x="3939197" y="15670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9" name="ZoneTexte 11">
            <a:extLst>
              <a:ext uri="{FF2B5EF4-FFF2-40B4-BE49-F238E27FC236}">
                <a16:creationId xmlns:a16="http://schemas.microsoft.com/office/drawing/2014/main" id="{5C2B2D6E-CDBB-1C75-F955-E6DB9ED375F3}"/>
              </a:ext>
            </a:extLst>
          </p:cNvPr>
          <p:cNvSpPr txBox="1"/>
          <p:nvPr/>
        </p:nvSpPr>
        <p:spPr>
          <a:xfrm>
            <a:off x="3939197" y="18053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10" name="ZoneTexte 11">
            <a:extLst>
              <a:ext uri="{FF2B5EF4-FFF2-40B4-BE49-F238E27FC236}">
                <a16:creationId xmlns:a16="http://schemas.microsoft.com/office/drawing/2014/main" id="{7E24DF9F-AF63-C507-2487-3E3C7105BD4C}"/>
              </a:ext>
            </a:extLst>
          </p:cNvPr>
          <p:cNvSpPr txBox="1"/>
          <p:nvPr/>
        </p:nvSpPr>
        <p:spPr>
          <a:xfrm>
            <a:off x="4492282" y="825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1" name="ZoneTexte 11">
            <a:extLst>
              <a:ext uri="{FF2B5EF4-FFF2-40B4-BE49-F238E27FC236}">
                <a16:creationId xmlns:a16="http://schemas.microsoft.com/office/drawing/2014/main" id="{31AFCAE7-01F4-4F69-9F5D-99027B0E20C8}"/>
              </a:ext>
            </a:extLst>
          </p:cNvPr>
          <p:cNvSpPr txBox="1"/>
          <p:nvPr/>
        </p:nvSpPr>
        <p:spPr>
          <a:xfrm>
            <a:off x="5753502" y="825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027C073-7977-F3A8-A4E5-10B0B2B9A072}"/>
              </a:ext>
            </a:extLst>
          </p:cNvPr>
          <p:cNvSpPr txBox="1"/>
          <p:nvPr/>
        </p:nvSpPr>
        <p:spPr>
          <a:xfrm>
            <a:off x="5043899" y="27580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5AFDE2F-B3F1-2179-A2D5-6CD4E0CD6085}"/>
              </a:ext>
            </a:extLst>
          </p:cNvPr>
          <p:cNvSpPr txBox="1"/>
          <p:nvPr/>
        </p:nvSpPr>
        <p:spPr>
          <a:xfrm>
            <a:off x="6102813" y="25030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9744813-5B8D-72E5-6BC6-D95FDAF50F7F}"/>
              </a:ext>
            </a:extLst>
          </p:cNvPr>
          <p:cNvSpPr txBox="1"/>
          <p:nvPr/>
        </p:nvSpPr>
        <p:spPr>
          <a:xfrm>
            <a:off x="4793968" y="4891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68768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87EC2AF-E9E8-25CD-2CCF-FAAA646D0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79" y="142875"/>
            <a:ext cx="6454947" cy="3148612"/>
          </a:xfrm>
          <a:prstGeom prst="rect">
            <a:avLst/>
          </a:prstGeom>
        </p:spPr>
      </p:pic>
      <p:sp>
        <p:nvSpPr>
          <p:cNvPr id="4" name="ZoneTexte 11">
            <a:extLst>
              <a:ext uri="{FF2B5EF4-FFF2-40B4-BE49-F238E27FC236}">
                <a16:creationId xmlns:a16="http://schemas.microsoft.com/office/drawing/2014/main" id="{C53CC809-7B3B-25A5-F49D-873928474B6F}"/>
              </a:ext>
            </a:extLst>
          </p:cNvPr>
          <p:cNvSpPr txBox="1"/>
          <p:nvPr/>
        </p:nvSpPr>
        <p:spPr>
          <a:xfrm>
            <a:off x="2569005" y="7599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5" name="ZoneTexte 11">
            <a:extLst>
              <a:ext uri="{FF2B5EF4-FFF2-40B4-BE49-F238E27FC236}">
                <a16:creationId xmlns:a16="http://schemas.microsoft.com/office/drawing/2014/main" id="{372B269A-E24F-7C76-7A68-FE9E3109ED41}"/>
              </a:ext>
            </a:extLst>
          </p:cNvPr>
          <p:cNvSpPr txBox="1"/>
          <p:nvPr/>
        </p:nvSpPr>
        <p:spPr>
          <a:xfrm>
            <a:off x="2512352" y="11293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6" name="ZoneTexte 11">
            <a:extLst>
              <a:ext uri="{FF2B5EF4-FFF2-40B4-BE49-F238E27FC236}">
                <a16:creationId xmlns:a16="http://schemas.microsoft.com/office/drawing/2014/main" id="{A3514355-FD4C-76EB-E587-B2FE712FED84}"/>
              </a:ext>
            </a:extLst>
          </p:cNvPr>
          <p:cNvSpPr txBox="1"/>
          <p:nvPr/>
        </p:nvSpPr>
        <p:spPr>
          <a:xfrm>
            <a:off x="2633202" y="17601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7" name="ZoneTexte 11">
            <a:extLst>
              <a:ext uri="{FF2B5EF4-FFF2-40B4-BE49-F238E27FC236}">
                <a16:creationId xmlns:a16="http://schemas.microsoft.com/office/drawing/2014/main" id="{76A0C2FE-268D-4200-8679-559EC02099E1}"/>
              </a:ext>
            </a:extLst>
          </p:cNvPr>
          <p:cNvSpPr txBox="1"/>
          <p:nvPr/>
        </p:nvSpPr>
        <p:spPr>
          <a:xfrm>
            <a:off x="2195918" y="20700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8" name="ZoneTexte 11">
            <a:extLst>
              <a:ext uri="{FF2B5EF4-FFF2-40B4-BE49-F238E27FC236}">
                <a16:creationId xmlns:a16="http://schemas.microsoft.com/office/drawing/2014/main" id="{11A235C0-9069-1016-AB0E-4DA6F77561E5}"/>
              </a:ext>
            </a:extLst>
          </p:cNvPr>
          <p:cNvSpPr txBox="1"/>
          <p:nvPr/>
        </p:nvSpPr>
        <p:spPr>
          <a:xfrm>
            <a:off x="3053628" y="26089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9" name="ZoneTexte 11">
            <a:extLst>
              <a:ext uri="{FF2B5EF4-FFF2-40B4-BE49-F238E27FC236}">
                <a16:creationId xmlns:a16="http://schemas.microsoft.com/office/drawing/2014/main" id="{F300B05C-C64A-3973-F683-F07139634256}"/>
              </a:ext>
            </a:extLst>
          </p:cNvPr>
          <p:cNvSpPr txBox="1"/>
          <p:nvPr/>
        </p:nvSpPr>
        <p:spPr>
          <a:xfrm>
            <a:off x="5081159" y="6816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10" name="ZoneTexte 11">
            <a:extLst>
              <a:ext uri="{FF2B5EF4-FFF2-40B4-BE49-F238E27FC236}">
                <a16:creationId xmlns:a16="http://schemas.microsoft.com/office/drawing/2014/main" id="{3E68EB2C-7365-1B1F-4C07-09616E8A9D7C}"/>
              </a:ext>
            </a:extLst>
          </p:cNvPr>
          <p:cNvSpPr txBox="1"/>
          <p:nvPr/>
        </p:nvSpPr>
        <p:spPr>
          <a:xfrm>
            <a:off x="5831642" y="13669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11" name="ZoneTexte 11">
            <a:extLst>
              <a:ext uri="{FF2B5EF4-FFF2-40B4-BE49-F238E27FC236}">
                <a16:creationId xmlns:a16="http://schemas.microsoft.com/office/drawing/2014/main" id="{4895DE09-8B07-DD91-917C-226C5FE288BD}"/>
              </a:ext>
            </a:extLst>
          </p:cNvPr>
          <p:cNvSpPr txBox="1"/>
          <p:nvPr/>
        </p:nvSpPr>
        <p:spPr>
          <a:xfrm>
            <a:off x="4628196" y="16187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0BE216C-E9C1-5DDD-20CE-D0A1AAAACF48}"/>
              </a:ext>
            </a:extLst>
          </p:cNvPr>
          <p:cNvSpPr txBox="1"/>
          <p:nvPr/>
        </p:nvSpPr>
        <p:spPr>
          <a:xfrm>
            <a:off x="5529956" y="2127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43E0618-4A15-5F32-946B-8AEB594024DA}"/>
              </a:ext>
            </a:extLst>
          </p:cNvPr>
          <p:cNvSpPr txBox="1"/>
          <p:nvPr/>
        </p:nvSpPr>
        <p:spPr>
          <a:xfrm>
            <a:off x="5358336" y="24136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10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8C8F184-0C00-510B-8FEB-A094FEF47213}"/>
              </a:ext>
            </a:extLst>
          </p:cNvPr>
          <p:cNvSpPr txBox="1"/>
          <p:nvPr/>
        </p:nvSpPr>
        <p:spPr>
          <a:xfrm>
            <a:off x="5369281" y="263022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  <a:r>
              <a:rPr lang="fr-CH" dirty="0"/>
              <a:t>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051CB60-BDE4-AB7E-3973-33E2E6C71555}"/>
              </a:ext>
            </a:extLst>
          </p:cNvPr>
          <p:cNvSpPr txBox="1"/>
          <p:nvPr/>
        </p:nvSpPr>
        <p:spPr>
          <a:xfrm>
            <a:off x="7543827" y="44565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  <a:r>
              <a:rPr lang="fr-CH" dirty="0"/>
              <a:t>6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E97C0CC-8846-6E8B-FB1F-93265F61C757}"/>
              </a:ext>
            </a:extLst>
          </p:cNvPr>
          <p:cNvSpPr txBox="1"/>
          <p:nvPr/>
        </p:nvSpPr>
        <p:spPr>
          <a:xfrm>
            <a:off x="7265058" y="18520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  <a:r>
              <a:rPr lang="fr-CH" dirty="0"/>
              <a:t>8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84D349C-7D31-DA69-0E81-97A090B7688E}"/>
              </a:ext>
            </a:extLst>
          </p:cNvPr>
          <p:cNvSpPr txBox="1"/>
          <p:nvPr/>
        </p:nvSpPr>
        <p:spPr>
          <a:xfrm>
            <a:off x="7298552" y="23119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19</a:t>
            </a:r>
            <a:endParaRPr lang="fr-CH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6BC50C-4497-7433-60FE-9AEB86AE9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870" y="2849372"/>
            <a:ext cx="1495448" cy="40042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AD0D8D0F-6D1E-34BA-92BB-1F8BB069DB79}"/>
              </a:ext>
            </a:extLst>
          </p:cNvPr>
          <p:cNvSpPr txBox="1"/>
          <p:nvPr/>
        </p:nvSpPr>
        <p:spPr>
          <a:xfrm>
            <a:off x="6465054" y="27166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20</a:t>
            </a:r>
            <a:endParaRPr lang="fr-CH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B04524-2CB1-F54F-8B65-EDDB1D33AE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082" t="21389" b="73017"/>
          <a:stretch>
            <a:fillRect/>
          </a:stretch>
        </p:blipFill>
        <p:spPr>
          <a:xfrm>
            <a:off x="6465054" y="814987"/>
            <a:ext cx="1218708" cy="175793"/>
          </a:xfrm>
          <a:prstGeom prst="rect">
            <a:avLst/>
          </a:prstGeom>
        </p:spPr>
      </p:pic>
      <p:sp>
        <p:nvSpPr>
          <p:cNvPr id="20" name="ZoneTexte 14">
            <a:extLst>
              <a:ext uri="{FF2B5EF4-FFF2-40B4-BE49-F238E27FC236}">
                <a16:creationId xmlns:a16="http://schemas.microsoft.com/office/drawing/2014/main" id="{3864A1F2-E830-9202-3417-8F2A5838201E}"/>
              </a:ext>
            </a:extLst>
          </p:cNvPr>
          <p:cNvSpPr txBox="1"/>
          <p:nvPr/>
        </p:nvSpPr>
        <p:spPr>
          <a:xfrm>
            <a:off x="7543827" y="72707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17</a:t>
            </a:r>
            <a:endParaRPr lang="fr-CH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E791972-5B20-CC70-1B4E-70DFA690AE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242" t="6891" r="25632"/>
          <a:stretch>
            <a:fillRect/>
          </a:stretch>
        </p:blipFill>
        <p:spPr>
          <a:xfrm>
            <a:off x="3589077" y="3463949"/>
            <a:ext cx="2456123" cy="292583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220FCAF-E922-FFFA-5F64-EEDD05CAE943}"/>
              </a:ext>
            </a:extLst>
          </p:cNvPr>
          <p:cNvSpPr txBox="1"/>
          <p:nvPr/>
        </p:nvSpPr>
        <p:spPr>
          <a:xfrm>
            <a:off x="1238559" y="4742092"/>
            <a:ext cx="207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Non-</a:t>
            </a:r>
            <a:r>
              <a:rPr lang="fr-FR" dirty="0" err="1"/>
              <a:t>parametric</a:t>
            </a:r>
            <a:r>
              <a:rPr lang="fr-FR" dirty="0"/>
              <a:t> test</a:t>
            </a:r>
            <a:endParaRPr lang="LID409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323D43-1183-AAA3-9189-489EE628AE2E}"/>
              </a:ext>
            </a:extLst>
          </p:cNvPr>
          <p:cNvSpPr txBox="1"/>
          <p:nvPr/>
        </p:nvSpPr>
        <p:spPr>
          <a:xfrm>
            <a:off x="-24623" y="1528908"/>
            <a:ext cx="1266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Parametric</a:t>
            </a:r>
            <a:r>
              <a:rPr lang="fr-FR" dirty="0"/>
              <a:t> test</a:t>
            </a:r>
            <a:endParaRPr lang="LID4096" dirty="0"/>
          </a:p>
        </p:txBody>
      </p:sp>
      <p:sp>
        <p:nvSpPr>
          <p:cNvPr id="28" name="ZoneTexte 11">
            <a:extLst>
              <a:ext uri="{FF2B5EF4-FFF2-40B4-BE49-F238E27FC236}">
                <a16:creationId xmlns:a16="http://schemas.microsoft.com/office/drawing/2014/main" id="{B4417EAB-5B76-3670-4199-4D14206A4B35}"/>
              </a:ext>
            </a:extLst>
          </p:cNvPr>
          <p:cNvSpPr txBox="1"/>
          <p:nvPr/>
        </p:nvSpPr>
        <p:spPr>
          <a:xfrm>
            <a:off x="3328056" y="49267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12</a:t>
            </a:r>
          </a:p>
        </p:txBody>
      </p:sp>
      <p:sp>
        <p:nvSpPr>
          <p:cNvPr id="29" name="ZoneTexte 11">
            <a:extLst>
              <a:ext uri="{FF2B5EF4-FFF2-40B4-BE49-F238E27FC236}">
                <a16:creationId xmlns:a16="http://schemas.microsoft.com/office/drawing/2014/main" id="{9DD0CC4B-7B9E-4776-9689-40A6B68909BF}"/>
              </a:ext>
            </a:extLst>
          </p:cNvPr>
          <p:cNvSpPr txBox="1"/>
          <p:nvPr/>
        </p:nvSpPr>
        <p:spPr>
          <a:xfrm>
            <a:off x="5887517" y="49267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13</a:t>
            </a:r>
          </a:p>
        </p:txBody>
      </p:sp>
      <p:sp>
        <p:nvSpPr>
          <p:cNvPr id="31" name="ZoneTexte 11">
            <a:extLst>
              <a:ext uri="{FF2B5EF4-FFF2-40B4-BE49-F238E27FC236}">
                <a16:creationId xmlns:a16="http://schemas.microsoft.com/office/drawing/2014/main" id="{0B6F20C0-5144-1173-77B4-9B9CC8B7C317}"/>
              </a:ext>
            </a:extLst>
          </p:cNvPr>
          <p:cNvSpPr txBox="1"/>
          <p:nvPr/>
        </p:nvSpPr>
        <p:spPr>
          <a:xfrm>
            <a:off x="5511209" y="51497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14</a:t>
            </a:r>
          </a:p>
        </p:txBody>
      </p:sp>
      <p:sp>
        <p:nvSpPr>
          <p:cNvPr id="32" name="ZoneTexte 11">
            <a:extLst>
              <a:ext uri="{FF2B5EF4-FFF2-40B4-BE49-F238E27FC236}">
                <a16:creationId xmlns:a16="http://schemas.microsoft.com/office/drawing/2014/main" id="{09D44393-7E38-67A9-057D-FB5C87802BC1}"/>
              </a:ext>
            </a:extLst>
          </p:cNvPr>
          <p:cNvSpPr txBox="1"/>
          <p:nvPr/>
        </p:nvSpPr>
        <p:spPr>
          <a:xfrm>
            <a:off x="6002320" y="533438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15</a:t>
            </a:r>
          </a:p>
        </p:txBody>
      </p:sp>
      <p:sp>
        <p:nvSpPr>
          <p:cNvPr id="35" name="ZoneTexte 11">
            <a:extLst>
              <a:ext uri="{FF2B5EF4-FFF2-40B4-BE49-F238E27FC236}">
                <a16:creationId xmlns:a16="http://schemas.microsoft.com/office/drawing/2014/main" id="{70A3C2F8-9288-83CB-C914-6D886E4B693C}"/>
              </a:ext>
            </a:extLst>
          </p:cNvPr>
          <p:cNvSpPr txBox="1"/>
          <p:nvPr/>
        </p:nvSpPr>
        <p:spPr>
          <a:xfrm>
            <a:off x="5851477" y="44636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598174-6F7A-2BDC-BCA0-EA228FD3F5C1}"/>
              </a:ext>
            </a:extLst>
          </p:cNvPr>
          <p:cNvSpPr/>
          <p:nvPr/>
        </p:nvSpPr>
        <p:spPr>
          <a:xfrm>
            <a:off x="1233412" y="142872"/>
            <a:ext cx="2284549" cy="314861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A7ADA8-9226-8385-2C38-205390C3AC54}"/>
              </a:ext>
            </a:extLst>
          </p:cNvPr>
          <p:cNvSpPr txBox="1"/>
          <p:nvPr/>
        </p:nvSpPr>
        <p:spPr>
          <a:xfrm>
            <a:off x="892328" y="11422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002A65-A493-EE3C-6DC4-8EA584D6F878}"/>
              </a:ext>
            </a:extLst>
          </p:cNvPr>
          <p:cNvSpPr/>
          <p:nvPr/>
        </p:nvSpPr>
        <p:spPr>
          <a:xfrm>
            <a:off x="3537408" y="142873"/>
            <a:ext cx="2507792" cy="3148612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5E1F3B9-6DA6-C2D7-D10B-00B58622A4D0}"/>
              </a:ext>
            </a:extLst>
          </p:cNvPr>
          <p:cNvSpPr/>
          <p:nvPr/>
        </p:nvSpPr>
        <p:spPr>
          <a:xfrm>
            <a:off x="3403992" y="3459597"/>
            <a:ext cx="2958708" cy="2930185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AF8E03-C05A-96A2-EA2C-EC6F59DF8C97}"/>
              </a:ext>
            </a:extLst>
          </p:cNvPr>
          <p:cNvSpPr/>
          <p:nvPr/>
        </p:nvSpPr>
        <p:spPr>
          <a:xfrm>
            <a:off x="6069512" y="142872"/>
            <a:ext cx="1893020" cy="3148613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AD5F7C-C208-FAE3-811C-27865D586989}"/>
              </a:ext>
            </a:extLst>
          </p:cNvPr>
          <p:cNvSpPr txBox="1"/>
          <p:nvPr/>
        </p:nvSpPr>
        <p:spPr>
          <a:xfrm>
            <a:off x="3147033" y="335797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E5521-2696-96F4-90C1-8E91677F7B6F}"/>
              </a:ext>
            </a:extLst>
          </p:cNvPr>
          <p:cNvSpPr txBox="1"/>
          <p:nvPr/>
        </p:nvSpPr>
        <p:spPr>
          <a:xfrm>
            <a:off x="7962531" y="10483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414055-F9F0-FBC2-6216-D9C4C756514C}"/>
              </a:ext>
            </a:extLst>
          </p:cNvPr>
          <p:cNvSpPr txBox="1"/>
          <p:nvPr/>
        </p:nvSpPr>
        <p:spPr>
          <a:xfrm>
            <a:off x="3537407" y="5798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13909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97DCE1-C91C-1821-FFF3-EE5B690F5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5" y="561975"/>
            <a:ext cx="3298061" cy="2905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309EE2-5321-EF25-7908-8360B013C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679" y="561975"/>
            <a:ext cx="4832353" cy="4421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EC187E-43A5-95E0-EC60-064AA6C24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27" y="3550033"/>
            <a:ext cx="2710175" cy="20211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0D00BF-A2E4-DDC2-F45E-A5860D668E75}"/>
              </a:ext>
            </a:extLst>
          </p:cNvPr>
          <p:cNvSpPr/>
          <p:nvPr/>
        </p:nvSpPr>
        <p:spPr>
          <a:xfrm>
            <a:off x="3312742" y="2416175"/>
            <a:ext cx="351916" cy="1555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eur droit avec flèche 7">
            <a:extLst>
              <a:ext uri="{FF2B5EF4-FFF2-40B4-BE49-F238E27FC236}">
                <a16:creationId xmlns:a16="http://schemas.microsoft.com/office/drawing/2014/main" id="{27BC58D2-12BD-FC2F-F705-5F0ECBECB143}"/>
              </a:ext>
            </a:extLst>
          </p:cNvPr>
          <p:cNvCxnSpPr>
            <a:cxnSpLocks/>
          </p:cNvCxnSpPr>
          <p:nvPr/>
        </p:nvCxnSpPr>
        <p:spPr>
          <a:xfrm>
            <a:off x="1261110" y="2493963"/>
            <a:ext cx="0" cy="110648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7">
            <a:extLst>
              <a:ext uri="{FF2B5EF4-FFF2-40B4-BE49-F238E27FC236}">
                <a16:creationId xmlns:a16="http://schemas.microsoft.com/office/drawing/2014/main" id="{596C6973-0107-6043-A589-6274AF5A5931}"/>
              </a:ext>
            </a:extLst>
          </p:cNvPr>
          <p:cNvCxnSpPr>
            <a:cxnSpLocks/>
          </p:cNvCxnSpPr>
          <p:nvPr/>
        </p:nvCxnSpPr>
        <p:spPr>
          <a:xfrm flipH="1">
            <a:off x="1261110" y="2493963"/>
            <a:ext cx="2051632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E334BF7-CD1F-EA94-3B8E-E2850995D2CE}"/>
              </a:ext>
            </a:extLst>
          </p:cNvPr>
          <p:cNvSpPr/>
          <p:nvPr/>
        </p:nvSpPr>
        <p:spPr>
          <a:xfrm>
            <a:off x="2991484" y="5399471"/>
            <a:ext cx="200025" cy="125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eur droit avec flèche 7">
            <a:extLst>
              <a:ext uri="{FF2B5EF4-FFF2-40B4-BE49-F238E27FC236}">
                <a16:creationId xmlns:a16="http://schemas.microsoft.com/office/drawing/2014/main" id="{5F5188E6-9950-4705-260E-DE3E6E5EA8E0}"/>
              </a:ext>
            </a:extLst>
          </p:cNvPr>
          <p:cNvCxnSpPr>
            <a:cxnSpLocks/>
          </p:cNvCxnSpPr>
          <p:nvPr/>
        </p:nvCxnSpPr>
        <p:spPr>
          <a:xfrm>
            <a:off x="1823085" y="3162935"/>
            <a:ext cx="603250" cy="0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7">
            <a:extLst>
              <a:ext uri="{FF2B5EF4-FFF2-40B4-BE49-F238E27FC236}">
                <a16:creationId xmlns:a16="http://schemas.microsoft.com/office/drawing/2014/main" id="{A5B7EC73-D2C1-B110-4D4A-119452B6C1AC}"/>
              </a:ext>
            </a:extLst>
          </p:cNvPr>
          <p:cNvCxnSpPr>
            <a:cxnSpLocks/>
          </p:cNvCxnSpPr>
          <p:nvPr/>
        </p:nvCxnSpPr>
        <p:spPr>
          <a:xfrm>
            <a:off x="1706880" y="5460431"/>
            <a:ext cx="1284604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7">
            <a:extLst>
              <a:ext uri="{FF2B5EF4-FFF2-40B4-BE49-F238E27FC236}">
                <a16:creationId xmlns:a16="http://schemas.microsoft.com/office/drawing/2014/main" id="{A2E413BB-7B0C-003D-0233-5DC0223F6C8C}"/>
              </a:ext>
            </a:extLst>
          </p:cNvPr>
          <p:cNvCxnSpPr>
            <a:cxnSpLocks/>
          </p:cNvCxnSpPr>
          <p:nvPr/>
        </p:nvCxnSpPr>
        <p:spPr>
          <a:xfrm>
            <a:off x="1706880" y="3241675"/>
            <a:ext cx="0" cy="2218756"/>
          </a:xfrm>
          <a:prstGeom prst="straightConnector1">
            <a:avLst/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7">
            <a:extLst>
              <a:ext uri="{FF2B5EF4-FFF2-40B4-BE49-F238E27FC236}">
                <a16:creationId xmlns:a16="http://schemas.microsoft.com/office/drawing/2014/main" id="{73B9C11D-83A8-4671-4661-10B232831E2F}"/>
              </a:ext>
            </a:extLst>
          </p:cNvPr>
          <p:cNvCxnSpPr>
            <a:cxnSpLocks/>
          </p:cNvCxnSpPr>
          <p:nvPr/>
        </p:nvCxnSpPr>
        <p:spPr>
          <a:xfrm>
            <a:off x="2827656" y="3162935"/>
            <a:ext cx="932179" cy="0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7">
            <a:extLst>
              <a:ext uri="{FF2B5EF4-FFF2-40B4-BE49-F238E27FC236}">
                <a16:creationId xmlns:a16="http://schemas.microsoft.com/office/drawing/2014/main" id="{957B0CA6-086E-8C19-A603-0B5668F4BCB2}"/>
              </a:ext>
            </a:extLst>
          </p:cNvPr>
          <p:cNvCxnSpPr>
            <a:cxnSpLocks/>
          </p:cNvCxnSpPr>
          <p:nvPr/>
        </p:nvCxnSpPr>
        <p:spPr>
          <a:xfrm>
            <a:off x="3759835" y="1943100"/>
            <a:ext cx="0" cy="1219835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7">
            <a:extLst>
              <a:ext uri="{FF2B5EF4-FFF2-40B4-BE49-F238E27FC236}">
                <a16:creationId xmlns:a16="http://schemas.microsoft.com/office/drawing/2014/main" id="{5DA400B6-B66C-ABB2-E9F4-07F3C8F706F6}"/>
              </a:ext>
            </a:extLst>
          </p:cNvPr>
          <p:cNvCxnSpPr>
            <a:cxnSpLocks/>
          </p:cNvCxnSpPr>
          <p:nvPr/>
        </p:nvCxnSpPr>
        <p:spPr>
          <a:xfrm>
            <a:off x="3759835" y="1950085"/>
            <a:ext cx="200025" cy="0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11">
            <a:extLst>
              <a:ext uri="{FF2B5EF4-FFF2-40B4-BE49-F238E27FC236}">
                <a16:creationId xmlns:a16="http://schemas.microsoft.com/office/drawing/2014/main" id="{B4276EB7-F6EA-C29A-D24B-B4D071C3A2F9}"/>
              </a:ext>
            </a:extLst>
          </p:cNvPr>
          <p:cNvSpPr txBox="1"/>
          <p:nvPr/>
        </p:nvSpPr>
        <p:spPr>
          <a:xfrm>
            <a:off x="959424" y="33606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50" name="ZoneTexte 11">
            <a:extLst>
              <a:ext uri="{FF2B5EF4-FFF2-40B4-BE49-F238E27FC236}">
                <a16:creationId xmlns:a16="http://schemas.microsoft.com/office/drawing/2014/main" id="{D94B1B11-5684-FDC1-741A-59C8884C609B}"/>
              </a:ext>
            </a:extLst>
          </p:cNvPr>
          <p:cNvSpPr txBox="1"/>
          <p:nvPr/>
        </p:nvSpPr>
        <p:spPr>
          <a:xfrm>
            <a:off x="1698241" y="31370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  <a:endParaRPr lang="fr-CH" dirty="0"/>
          </a:p>
        </p:txBody>
      </p:sp>
      <p:sp>
        <p:nvSpPr>
          <p:cNvPr id="51" name="ZoneTexte 11">
            <a:extLst>
              <a:ext uri="{FF2B5EF4-FFF2-40B4-BE49-F238E27FC236}">
                <a16:creationId xmlns:a16="http://schemas.microsoft.com/office/drawing/2014/main" id="{827775F0-70DA-A148-5F4E-6D864155DEF2}"/>
              </a:ext>
            </a:extLst>
          </p:cNvPr>
          <p:cNvSpPr txBox="1"/>
          <p:nvPr/>
        </p:nvSpPr>
        <p:spPr>
          <a:xfrm>
            <a:off x="4603785" y="18300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</a:t>
            </a:r>
            <a:endParaRPr lang="fr-CH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B5453CB-3D64-7F4A-569B-0870FC1FB453}"/>
              </a:ext>
            </a:extLst>
          </p:cNvPr>
          <p:cNvSpPr/>
          <p:nvPr/>
        </p:nvSpPr>
        <p:spPr>
          <a:xfrm>
            <a:off x="3969385" y="1784349"/>
            <a:ext cx="660400" cy="63182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8AF183D-AEB4-0574-7F67-A8977E382C1C}"/>
              </a:ext>
            </a:extLst>
          </p:cNvPr>
          <p:cNvSpPr/>
          <p:nvPr/>
        </p:nvSpPr>
        <p:spPr>
          <a:xfrm>
            <a:off x="5836284" y="914399"/>
            <a:ext cx="2828925" cy="36322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ZoneTexte 11">
            <a:extLst>
              <a:ext uri="{FF2B5EF4-FFF2-40B4-BE49-F238E27FC236}">
                <a16:creationId xmlns:a16="http://schemas.microsoft.com/office/drawing/2014/main" id="{D917AEEC-77E4-7D26-2C87-B067514D2128}"/>
              </a:ext>
            </a:extLst>
          </p:cNvPr>
          <p:cNvSpPr txBox="1"/>
          <p:nvPr/>
        </p:nvSpPr>
        <p:spPr>
          <a:xfrm>
            <a:off x="5709284" y="6000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</a:t>
            </a:r>
            <a:endParaRPr lang="fr-CH" dirty="0"/>
          </a:p>
        </p:txBody>
      </p:sp>
      <p:sp>
        <p:nvSpPr>
          <p:cNvPr id="56" name="ZoneTexte 11">
            <a:extLst>
              <a:ext uri="{FF2B5EF4-FFF2-40B4-BE49-F238E27FC236}">
                <a16:creationId xmlns:a16="http://schemas.microsoft.com/office/drawing/2014/main" id="{C6A390E9-8352-415A-A476-BA23301D7402}"/>
              </a:ext>
            </a:extLst>
          </p:cNvPr>
          <p:cNvSpPr txBox="1"/>
          <p:nvPr/>
        </p:nvSpPr>
        <p:spPr>
          <a:xfrm>
            <a:off x="5470135" y="35508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</a:t>
            </a:r>
            <a:endParaRPr lang="fr-CH" dirty="0"/>
          </a:p>
        </p:txBody>
      </p:sp>
      <p:sp>
        <p:nvSpPr>
          <p:cNvPr id="59" name="ZoneTexte 11">
            <a:extLst>
              <a:ext uri="{FF2B5EF4-FFF2-40B4-BE49-F238E27FC236}">
                <a16:creationId xmlns:a16="http://schemas.microsoft.com/office/drawing/2014/main" id="{BF4500E2-DEF8-B04C-31E1-E4F4EB75D4D8}"/>
              </a:ext>
            </a:extLst>
          </p:cNvPr>
          <p:cNvSpPr txBox="1"/>
          <p:nvPr/>
        </p:nvSpPr>
        <p:spPr>
          <a:xfrm>
            <a:off x="4441379" y="44418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6</a:t>
            </a:r>
            <a:endParaRPr lang="fr-CH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5F9E60F-66A7-FE03-6BD3-4BB28C2DD640}"/>
              </a:ext>
            </a:extLst>
          </p:cNvPr>
          <p:cNvSpPr/>
          <p:nvPr/>
        </p:nvSpPr>
        <p:spPr>
          <a:xfrm>
            <a:off x="3956684" y="4581413"/>
            <a:ext cx="517525" cy="30808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onnecteur droit avec flèche 7">
            <a:extLst>
              <a:ext uri="{FF2B5EF4-FFF2-40B4-BE49-F238E27FC236}">
                <a16:creationId xmlns:a16="http://schemas.microsoft.com/office/drawing/2014/main" id="{1197FAF1-B71F-C714-C8BB-EC7CF4B7BCD9}"/>
              </a:ext>
            </a:extLst>
          </p:cNvPr>
          <p:cNvCxnSpPr>
            <a:cxnSpLocks/>
          </p:cNvCxnSpPr>
          <p:nvPr/>
        </p:nvCxnSpPr>
        <p:spPr>
          <a:xfrm>
            <a:off x="3664658" y="4731385"/>
            <a:ext cx="262119" cy="0"/>
          </a:xfrm>
          <a:prstGeom prst="straightConnector1">
            <a:avLst/>
          </a:prstGeom>
          <a:ln w="190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7">
            <a:extLst>
              <a:ext uri="{FF2B5EF4-FFF2-40B4-BE49-F238E27FC236}">
                <a16:creationId xmlns:a16="http://schemas.microsoft.com/office/drawing/2014/main" id="{D126FA0F-F6C7-FA75-CB23-14434F4DEC16}"/>
              </a:ext>
            </a:extLst>
          </p:cNvPr>
          <p:cNvCxnSpPr>
            <a:cxnSpLocks/>
          </p:cNvCxnSpPr>
          <p:nvPr/>
        </p:nvCxnSpPr>
        <p:spPr>
          <a:xfrm>
            <a:off x="3671371" y="3506377"/>
            <a:ext cx="0" cy="1231358"/>
          </a:xfrm>
          <a:prstGeom prst="straightConnector1">
            <a:avLst/>
          </a:prstGeom>
          <a:ln w="190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7">
            <a:extLst>
              <a:ext uri="{FF2B5EF4-FFF2-40B4-BE49-F238E27FC236}">
                <a16:creationId xmlns:a16="http://schemas.microsoft.com/office/drawing/2014/main" id="{9FE5881C-5A9B-4A0B-DCA6-0C46D30ABA91}"/>
              </a:ext>
            </a:extLst>
          </p:cNvPr>
          <p:cNvCxnSpPr>
            <a:cxnSpLocks/>
          </p:cNvCxnSpPr>
          <p:nvPr/>
        </p:nvCxnSpPr>
        <p:spPr>
          <a:xfrm>
            <a:off x="2632710" y="3506377"/>
            <a:ext cx="1038661" cy="0"/>
          </a:xfrm>
          <a:prstGeom prst="straightConnector1">
            <a:avLst/>
          </a:prstGeom>
          <a:ln w="190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7">
            <a:extLst>
              <a:ext uri="{FF2B5EF4-FFF2-40B4-BE49-F238E27FC236}">
                <a16:creationId xmlns:a16="http://schemas.microsoft.com/office/drawing/2014/main" id="{42076DC9-D442-FC86-02BF-989F72B46351}"/>
              </a:ext>
            </a:extLst>
          </p:cNvPr>
          <p:cNvCxnSpPr>
            <a:cxnSpLocks/>
          </p:cNvCxnSpPr>
          <p:nvPr/>
        </p:nvCxnSpPr>
        <p:spPr>
          <a:xfrm flipV="1">
            <a:off x="2632710" y="3308350"/>
            <a:ext cx="0" cy="198027"/>
          </a:xfrm>
          <a:prstGeom prst="straightConnector1">
            <a:avLst/>
          </a:prstGeom>
          <a:ln w="1905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009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1BED587-507C-A6E4-7492-D86F0EDB3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18" y="1118616"/>
            <a:ext cx="5648325" cy="5162550"/>
          </a:xfrm>
          <a:prstGeom prst="rect">
            <a:avLst/>
          </a:prstGeom>
        </p:spPr>
      </p:pic>
      <p:sp>
        <p:nvSpPr>
          <p:cNvPr id="6" name="ZoneTexte 6">
            <a:extLst>
              <a:ext uri="{FF2B5EF4-FFF2-40B4-BE49-F238E27FC236}">
                <a16:creationId xmlns:a16="http://schemas.microsoft.com/office/drawing/2014/main" id="{E1832966-5DC6-FCBA-6CDB-9D700CADA8D7}"/>
              </a:ext>
            </a:extLst>
          </p:cNvPr>
          <p:cNvSpPr txBox="1"/>
          <p:nvPr/>
        </p:nvSpPr>
        <p:spPr>
          <a:xfrm>
            <a:off x="4665003" y="19723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C11E403-9139-7336-E47C-D359456FEF21}"/>
              </a:ext>
            </a:extLst>
          </p:cNvPr>
          <p:cNvSpPr txBox="1"/>
          <p:nvPr/>
        </p:nvSpPr>
        <p:spPr>
          <a:xfrm>
            <a:off x="4665003" y="27623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3</a:t>
            </a:r>
          </a:p>
        </p:txBody>
      </p:sp>
      <p:sp>
        <p:nvSpPr>
          <p:cNvPr id="8" name="ZoneTexte 6">
            <a:extLst>
              <a:ext uri="{FF2B5EF4-FFF2-40B4-BE49-F238E27FC236}">
                <a16:creationId xmlns:a16="http://schemas.microsoft.com/office/drawing/2014/main" id="{AD081513-4081-66AE-CE83-6F1306AEC5C2}"/>
              </a:ext>
            </a:extLst>
          </p:cNvPr>
          <p:cNvSpPr txBox="1"/>
          <p:nvPr/>
        </p:nvSpPr>
        <p:spPr>
          <a:xfrm>
            <a:off x="4665003" y="2393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2</a:t>
            </a:r>
          </a:p>
        </p:txBody>
      </p:sp>
      <p:sp>
        <p:nvSpPr>
          <p:cNvPr id="9" name="ZoneTexte 6">
            <a:extLst>
              <a:ext uri="{FF2B5EF4-FFF2-40B4-BE49-F238E27FC236}">
                <a16:creationId xmlns:a16="http://schemas.microsoft.com/office/drawing/2014/main" id="{94A2177C-5B9C-5F27-FED6-42B6ABE2D9D4}"/>
              </a:ext>
            </a:extLst>
          </p:cNvPr>
          <p:cNvSpPr txBox="1"/>
          <p:nvPr/>
        </p:nvSpPr>
        <p:spPr>
          <a:xfrm>
            <a:off x="4665003" y="3127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4</a:t>
            </a:r>
          </a:p>
        </p:txBody>
      </p:sp>
      <p:sp>
        <p:nvSpPr>
          <p:cNvPr id="10" name="ZoneTexte 6">
            <a:extLst>
              <a:ext uri="{FF2B5EF4-FFF2-40B4-BE49-F238E27FC236}">
                <a16:creationId xmlns:a16="http://schemas.microsoft.com/office/drawing/2014/main" id="{FBB587CF-9555-E92A-2555-04AA60F66F7F}"/>
              </a:ext>
            </a:extLst>
          </p:cNvPr>
          <p:cNvSpPr txBox="1"/>
          <p:nvPr/>
        </p:nvSpPr>
        <p:spPr>
          <a:xfrm>
            <a:off x="7054683" y="185494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10</a:t>
            </a:r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1230193B-1B22-A38F-07C9-550E2CC88CEA}"/>
              </a:ext>
            </a:extLst>
          </p:cNvPr>
          <p:cNvSpPr txBox="1"/>
          <p:nvPr/>
        </p:nvSpPr>
        <p:spPr>
          <a:xfrm>
            <a:off x="7071583" y="2393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11</a:t>
            </a:r>
          </a:p>
        </p:txBody>
      </p:sp>
      <p:sp>
        <p:nvSpPr>
          <p:cNvPr id="12" name="ZoneTexte 6">
            <a:extLst>
              <a:ext uri="{FF2B5EF4-FFF2-40B4-BE49-F238E27FC236}">
                <a16:creationId xmlns:a16="http://schemas.microsoft.com/office/drawing/2014/main" id="{E37F6060-A47F-B8BD-78F1-37BEEE9649CF}"/>
              </a:ext>
            </a:extLst>
          </p:cNvPr>
          <p:cNvSpPr txBox="1"/>
          <p:nvPr/>
        </p:nvSpPr>
        <p:spPr>
          <a:xfrm>
            <a:off x="4665003" y="38612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5</a:t>
            </a:r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43E622FE-5561-63F1-62F7-6DE0B5C5DBDC}"/>
              </a:ext>
            </a:extLst>
          </p:cNvPr>
          <p:cNvSpPr txBox="1"/>
          <p:nvPr/>
        </p:nvSpPr>
        <p:spPr>
          <a:xfrm>
            <a:off x="4665003" y="45030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6</a:t>
            </a:r>
          </a:p>
        </p:txBody>
      </p:sp>
      <p:sp>
        <p:nvSpPr>
          <p:cNvPr id="14" name="ZoneTexte 6">
            <a:extLst>
              <a:ext uri="{FF2B5EF4-FFF2-40B4-BE49-F238E27FC236}">
                <a16:creationId xmlns:a16="http://schemas.microsoft.com/office/drawing/2014/main" id="{0A0A402F-7828-2B83-1FB5-91C713E03C1D}"/>
              </a:ext>
            </a:extLst>
          </p:cNvPr>
          <p:cNvSpPr txBox="1"/>
          <p:nvPr/>
        </p:nvSpPr>
        <p:spPr>
          <a:xfrm>
            <a:off x="4665003" y="5144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7</a:t>
            </a:r>
          </a:p>
        </p:txBody>
      </p:sp>
      <p:sp>
        <p:nvSpPr>
          <p:cNvPr id="15" name="ZoneTexte 6">
            <a:extLst>
              <a:ext uri="{FF2B5EF4-FFF2-40B4-BE49-F238E27FC236}">
                <a16:creationId xmlns:a16="http://schemas.microsoft.com/office/drawing/2014/main" id="{55622F88-92E8-06FC-F716-27EB55B8718D}"/>
              </a:ext>
            </a:extLst>
          </p:cNvPr>
          <p:cNvSpPr txBox="1"/>
          <p:nvPr/>
        </p:nvSpPr>
        <p:spPr>
          <a:xfrm>
            <a:off x="7080727" y="30998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</a:t>
            </a:r>
            <a:endParaRPr lang="fr-CH" dirty="0"/>
          </a:p>
        </p:txBody>
      </p:sp>
      <p:sp>
        <p:nvSpPr>
          <p:cNvPr id="16" name="ZoneTexte 6">
            <a:extLst>
              <a:ext uri="{FF2B5EF4-FFF2-40B4-BE49-F238E27FC236}">
                <a16:creationId xmlns:a16="http://schemas.microsoft.com/office/drawing/2014/main" id="{A083FEB7-4089-67CC-F214-90806BDCC29D}"/>
              </a:ext>
            </a:extLst>
          </p:cNvPr>
          <p:cNvSpPr txBox="1"/>
          <p:nvPr/>
        </p:nvSpPr>
        <p:spPr>
          <a:xfrm>
            <a:off x="5436958" y="3429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13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1A0106-38AB-0C07-1D23-B074714DF9F8}"/>
              </a:ext>
            </a:extLst>
          </p:cNvPr>
          <p:cNvSpPr/>
          <p:nvPr/>
        </p:nvSpPr>
        <p:spPr>
          <a:xfrm>
            <a:off x="1628965" y="1908162"/>
            <a:ext cx="3290507" cy="158832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AFEDC0-A640-78A4-93AF-69F472B6124F}"/>
              </a:ext>
            </a:extLst>
          </p:cNvPr>
          <p:cNvSpPr txBox="1"/>
          <p:nvPr/>
        </p:nvSpPr>
        <p:spPr>
          <a:xfrm>
            <a:off x="1311249" y="197239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E3E50C-871E-3E6E-654C-885E2C7AB0A6}"/>
              </a:ext>
            </a:extLst>
          </p:cNvPr>
          <p:cNvSpPr/>
          <p:nvPr/>
        </p:nvSpPr>
        <p:spPr>
          <a:xfrm>
            <a:off x="4928583" y="1908161"/>
            <a:ext cx="2544803" cy="232246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5B0CA-5C6D-52BE-F98C-0EC44E238CE7}"/>
              </a:ext>
            </a:extLst>
          </p:cNvPr>
          <p:cNvSpPr txBox="1"/>
          <p:nvPr/>
        </p:nvSpPr>
        <p:spPr>
          <a:xfrm>
            <a:off x="7405335" y="21952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D59B41-A980-9540-7B43-70B78EEF560A}"/>
              </a:ext>
            </a:extLst>
          </p:cNvPr>
          <p:cNvSpPr/>
          <p:nvPr/>
        </p:nvSpPr>
        <p:spPr>
          <a:xfrm>
            <a:off x="1628965" y="3560714"/>
            <a:ext cx="3299619" cy="272045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14805C-10C3-FA0B-3FFE-7FAC3BCE6A83}"/>
              </a:ext>
            </a:extLst>
          </p:cNvPr>
          <p:cNvSpPr txBox="1"/>
          <p:nvPr/>
        </p:nvSpPr>
        <p:spPr>
          <a:xfrm>
            <a:off x="1279191" y="351522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B</a:t>
            </a:r>
          </a:p>
        </p:txBody>
      </p:sp>
      <p:sp>
        <p:nvSpPr>
          <p:cNvPr id="24" name="ZoneTexte 6">
            <a:extLst>
              <a:ext uri="{FF2B5EF4-FFF2-40B4-BE49-F238E27FC236}">
                <a16:creationId xmlns:a16="http://schemas.microsoft.com/office/drawing/2014/main" id="{758916F2-25E3-2FDA-CEE7-3A96F34965DD}"/>
              </a:ext>
            </a:extLst>
          </p:cNvPr>
          <p:cNvSpPr txBox="1"/>
          <p:nvPr/>
        </p:nvSpPr>
        <p:spPr>
          <a:xfrm>
            <a:off x="3808161" y="56592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8</a:t>
            </a:r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8BB96684-409D-3906-221B-9F1704D0AB91}"/>
              </a:ext>
            </a:extLst>
          </p:cNvPr>
          <p:cNvSpPr txBox="1"/>
          <p:nvPr/>
        </p:nvSpPr>
        <p:spPr>
          <a:xfrm>
            <a:off x="3808161" y="59760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239330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2907</TotalTime>
  <Words>274</Words>
  <Application>Microsoft Office PowerPoint</Application>
  <PresentationFormat>On-screen Show (4:3)</PresentationFormat>
  <Paragraphs>264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Michaël Mouthon</dc:creator>
  <cp:lastModifiedBy>MOUTHON Michael</cp:lastModifiedBy>
  <cp:revision>153</cp:revision>
  <dcterms:created xsi:type="dcterms:W3CDTF">2021-03-05T08:59:17Z</dcterms:created>
  <dcterms:modified xsi:type="dcterms:W3CDTF">2026-09-14T15:50:27Z</dcterms:modified>
</cp:coreProperties>
</file>