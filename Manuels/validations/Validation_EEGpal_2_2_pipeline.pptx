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91" r:id="rId3"/>
    <p:sldId id="303" r:id="rId4"/>
    <p:sldId id="352" r:id="rId5"/>
    <p:sldId id="356" r:id="rId6"/>
    <p:sldId id="353" r:id="rId7"/>
    <p:sldId id="357" r:id="rId8"/>
    <p:sldId id="338" r:id="rId9"/>
    <p:sldId id="339" r:id="rId10"/>
    <p:sldId id="340" r:id="rId11"/>
    <p:sldId id="341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8B77E6-25B4-4B66-91C6-E87F14BF1EA4}" v="74" dt="2025-09-28T09:05:00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225" autoAdjust="0"/>
  </p:normalViewPr>
  <p:slideViewPr>
    <p:cSldViewPr snapToGrid="0">
      <p:cViewPr varScale="1">
        <p:scale>
          <a:sx n="95" d="100"/>
          <a:sy n="95" d="100"/>
        </p:scale>
        <p:origin x="10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THON Michael" userId="8c334b0a-b49f-4369-8718-e8d262ea2547" providerId="ADAL" clId="{0656EAEB-C968-4640-81BC-A6DA394904FE}"/>
    <pc:docChg chg="undo custSel addSld delSld modSld sldOrd addSection modSection">
      <pc:chgData name="MOUTHON Michael" userId="8c334b0a-b49f-4369-8718-e8d262ea2547" providerId="ADAL" clId="{0656EAEB-C968-4640-81BC-A6DA394904FE}" dt="2025-09-28T09:06:32.046" v="11207" actId="20577"/>
      <pc:docMkLst>
        <pc:docMk/>
      </pc:docMkLst>
      <pc:sldChg chg="modSp mod">
        <pc:chgData name="MOUTHON Michael" userId="8c334b0a-b49f-4369-8718-e8d262ea2547" providerId="ADAL" clId="{0656EAEB-C968-4640-81BC-A6DA394904FE}" dt="2025-09-28T08:22:47.191" v="9495" actId="20577"/>
        <pc:sldMkLst>
          <pc:docMk/>
          <pc:sldMk cId="4057702274" sldId="256"/>
        </pc:sldMkLst>
        <pc:spChg chg="mod">
          <ac:chgData name="MOUTHON Michael" userId="8c334b0a-b49f-4369-8718-e8d262ea2547" providerId="ADAL" clId="{0656EAEB-C968-4640-81BC-A6DA394904FE}" dt="2025-09-28T08:22:47.191" v="9495" actId="20577"/>
          <ac:spMkLst>
            <pc:docMk/>
            <pc:sldMk cId="4057702274" sldId="256"/>
            <ac:spMk id="3" creationId="{76F0F9E9-167D-C51A-C605-2D714D13D3CA}"/>
          </ac:spMkLst>
        </pc:spChg>
      </pc:sldChg>
      <pc:sldChg chg="modSp mod">
        <pc:chgData name="MOUTHON Michael" userId="8c334b0a-b49f-4369-8718-e8d262ea2547" providerId="ADAL" clId="{0656EAEB-C968-4640-81BC-A6DA394904FE}" dt="2025-09-28T08:24:17.572" v="9503"/>
        <pc:sldMkLst>
          <pc:docMk/>
          <pc:sldMk cId="3015589005" sldId="303"/>
        </pc:sldMkLst>
        <pc:spChg chg="mod">
          <ac:chgData name="MOUTHON Michael" userId="8c334b0a-b49f-4369-8718-e8d262ea2547" providerId="ADAL" clId="{0656EAEB-C968-4640-81BC-A6DA394904FE}" dt="2025-09-28T08:24:17.572" v="9503"/>
          <ac:spMkLst>
            <pc:docMk/>
            <pc:sldMk cId="3015589005" sldId="303"/>
            <ac:spMk id="3" creationId="{DDB91695-BCA9-4EED-AADB-56317441308D}"/>
          </ac:spMkLst>
        </pc:spChg>
      </pc:sldChg>
      <pc:sldChg chg="addSp modSp mod">
        <pc:chgData name="MOUTHON Michael" userId="8c334b0a-b49f-4369-8718-e8d262ea2547" providerId="ADAL" clId="{0656EAEB-C968-4640-81BC-A6DA394904FE}" dt="2025-09-28T08:30:01.235" v="9942"/>
        <pc:sldMkLst>
          <pc:docMk/>
          <pc:sldMk cId="1887883917" sldId="304"/>
        </pc:sldMkLst>
        <pc:spChg chg="mod">
          <ac:chgData name="MOUTHON Michael" userId="8c334b0a-b49f-4369-8718-e8d262ea2547" providerId="ADAL" clId="{0656EAEB-C968-4640-81BC-A6DA394904FE}" dt="2025-09-28T08:17:45.999" v="9491" actId="20577"/>
          <ac:spMkLst>
            <pc:docMk/>
            <pc:sldMk cId="1887883917" sldId="304"/>
            <ac:spMk id="3" creationId="{61320C7B-C8C4-CB05-825D-AF17F616F98B}"/>
          </ac:spMkLst>
        </pc:spChg>
        <pc:spChg chg="add mod">
          <ac:chgData name="MOUTHON Michael" userId="8c334b0a-b49f-4369-8718-e8d262ea2547" providerId="ADAL" clId="{0656EAEB-C968-4640-81BC-A6DA394904FE}" dt="2025-09-28T08:30:01.235" v="9942"/>
          <ac:spMkLst>
            <pc:docMk/>
            <pc:sldMk cId="1887883917" sldId="304"/>
            <ac:spMk id="4" creationId="{43FC8A71-52E9-4A2B-6C3E-8304E963F42C}"/>
          </ac:spMkLst>
        </pc:spChg>
      </pc:sldChg>
      <pc:sldChg chg="modSp mod">
        <pc:chgData name="MOUTHON Michael" userId="8c334b0a-b49f-4369-8718-e8d262ea2547" providerId="ADAL" clId="{0656EAEB-C968-4640-81BC-A6DA394904FE}" dt="2025-09-28T08:26:48.591" v="9618" actId="20577"/>
        <pc:sldMkLst>
          <pc:docMk/>
          <pc:sldMk cId="961441719" sldId="305"/>
        </pc:sldMkLst>
        <pc:spChg chg="mod">
          <ac:chgData name="MOUTHON Michael" userId="8c334b0a-b49f-4369-8718-e8d262ea2547" providerId="ADAL" clId="{0656EAEB-C968-4640-81BC-A6DA394904FE}" dt="2025-09-28T08:26:48.591" v="9618" actId="20577"/>
          <ac:spMkLst>
            <pc:docMk/>
            <pc:sldMk cId="961441719" sldId="305"/>
            <ac:spMk id="3" creationId="{38F7B09D-A0DE-84EF-4DAA-774C3E805D76}"/>
          </ac:spMkLst>
        </pc:spChg>
      </pc:sldChg>
      <pc:sldChg chg="modSp mod ord">
        <pc:chgData name="MOUTHON Michael" userId="8c334b0a-b49f-4369-8718-e8d262ea2547" providerId="ADAL" clId="{0656EAEB-C968-4640-81BC-A6DA394904FE}" dt="2025-09-23T17:57:00.965" v="7620" actId="27636"/>
        <pc:sldMkLst>
          <pc:docMk/>
          <pc:sldMk cId="3466506274" sldId="306"/>
        </pc:sldMkLst>
        <pc:spChg chg="mod">
          <ac:chgData name="MOUTHON Michael" userId="8c334b0a-b49f-4369-8718-e8d262ea2547" providerId="ADAL" clId="{0656EAEB-C968-4640-81BC-A6DA394904FE}" dt="2025-09-23T17:57:00.965" v="7620" actId="27636"/>
          <ac:spMkLst>
            <pc:docMk/>
            <pc:sldMk cId="3466506274" sldId="306"/>
            <ac:spMk id="3" creationId="{12E7EF46-B634-510E-204E-B9638EA0BEA9}"/>
          </ac:spMkLst>
        </pc:spChg>
      </pc:sldChg>
      <pc:sldChg chg="addSp modSp del mod ord">
        <pc:chgData name="MOUTHON Michael" userId="8c334b0a-b49f-4369-8718-e8d262ea2547" providerId="ADAL" clId="{0656EAEB-C968-4640-81BC-A6DA394904FE}" dt="2025-09-28T08:16:50.022" v="9461" actId="47"/>
        <pc:sldMkLst>
          <pc:docMk/>
          <pc:sldMk cId="2947422891" sldId="307"/>
        </pc:sldMkLst>
      </pc:sldChg>
      <pc:sldChg chg="ord">
        <pc:chgData name="MOUTHON Michael" userId="8c334b0a-b49f-4369-8718-e8d262ea2547" providerId="ADAL" clId="{0656EAEB-C968-4640-81BC-A6DA394904FE}" dt="2025-09-21T15:29:03.137" v="5193"/>
        <pc:sldMkLst>
          <pc:docMk/>
          <pc:sldMk cId="533454176" sldId="308"/>
        </pc:sldMkLst>
      </pc:sldChg>
      <pc:sldChg chg="modSp mod">
        <pc:chgData name="MOUTHON Michael" userId="8c334b0a-b49f-4369-8718-e8d262ea2547" providerId="ADAL" clId="{0656EAEB-C968-4640-81BC-A6DA394904FE}" dt="2025-09-28T08:26:16.941" v="9616" actId="20577"/>
        <pc:sldMkLst>
          <pc:docMk/>
          <pc:sldMk cId="4083545730" sldId="310"/>
        </pc:sldMkLst>
        <pc:spChg chg="mod">
          <ac:chgData name="MOUTHON Michael" userId="8c334b0a-b49f-4369-8718-e8d262ea2547" providerId="ADAL" clId="{0656EAEB-C968-4640-81BC-A6DA394904FE}" dt="2025-09-28T08:26:16.941" v="9616" actId="20577"/>
          <ac:spMkLst>
            <pc:docMk/>
            <pc:sldMk cId="4083545730" sldId="310"/>
            <ac:spMk id="3" creationId="{101C3250-6ED1-DDE7-14BF-3D6D6F927FA9}"/>
          </ac:spMkLst>
        </pc:spChg>
      </pc:sldChg>
      <pc:sldChg chg="addSp delSp modSp mod">
        <pc:chgData name="MOUTHON Michael" userId="8c334b0a-b49f-4369-8718-e8d262ea2547" providerId="ADAL" clId="{0656EAEB-C968-4640-81BC-A6DA394904FE}" dt="2025-09-08T19:37:25.698" v="4" actId="1076"/>
        <pc:sldMkLst>
          <pc:docMk/>
          <pc:sldMk cId="1046699594" sldId="312"/>
        </pc:sldMkLst>
        <pc:spChg chg="add mod">
          <ac:chgData name="MOUTHON Michael" userId="8c334b0a-b49f-4369-8718-e8d262ea2547" providerId="ADAL" clId="{0656EAEB-C968-4640-81BC-A6DA394904FE}" dt="2025-09-08T19:37:09.567" v="1" actId="1076"/>
          <ac:spMkLst>
            <pc:docMk/>
            <pc:sldMk cId="1046699594" sldId="312"/>
            <ac:spMk id="4" creationId="{A6E9BA06-033A-AD2C-2D14-ABD7756C7DF1}"/>
          </ac:spMkLst>
        </pc:spChg>
        <pc:spChg chg="add mod">
          <ac:chgData name="MOUTHON Michael" userId="8c334b0a-b49f-4369-8718-e8d262ea2547" providerId="ADAL" clId="{0656EAEB-C968-4640-81BC-A6DA394904FE}" dt="2025-09-08T19:37:09.567" v="1" actId="1076"/>
          <ac:spMkLst>
            <pc:docMk/>
            <pc:sldMk cId="1046699594" sldId="312"/>
            <ac:spMk id="9" creationId="{5C662924-8AB9-EA93-18DB-7A6FF5A604BB}"/>
          </ac:spMkLst>
        </pc:spChg>
        <pc:spChg chg="add mod">
          <ac:chgData name="MOUTHON Michael" userId="8c334b0a-b49f-4369-8718-e8d262ea2547" providerId="ADAL" clId="{0656EAEB-C968-4640-81BC-A6DA394904FE}" dt="2025-09-08T19:37:25.698" v="4" actId="1076"/>
          <ac:spMkLst>
            <pc:docMk/>
            <pc:sldMk cId="1046699594" sldId="312"/>
            <ac:spMk id="11" creationId="{2EA90DD3-AEE1-C3B9-80FD-8C1BA099045F}"/>
          </ac:spMkLst>
        </pc:spChg>
        <pc:spChg chg="add mod">
          <ac:chgData name="MOUTHON Michael" userId="8c334b0a-b49f-4369-8718-e8d262ea2547" providerId="ADAL" clId="{0656EAEB-C968-4640-81BC-A6DA394904FE}" dt="2025-09-08T19:37:25.698" v="4" actId="1076"/>
          <ac:spMkLst>
            <pc:docMk/>
            <pc:sldMk cId="1046699594" sldId="312"/>
            <ac:spMk id="12" creationId="{5BCB6B3E-E704-A47C-7973-B4D3484A30AD}"/>
          </ac:spMkLst>
        </pc:spChg>
        <pc:picChg chg="add mod">
          <ac:chgData name="MOUTHON Michael" userId="8c334b0a-b49f-4369-8718-e8d262ea2547" providerId="ADAL" clId="{0656EAEB-C968-4640-81BC-A6DA394904FE}" dt="2025-09-08T19:37:09.567" v="1" actId="1076"/>
          <ac:picMkLst>
            <pc:docMk/>
            <pc:sldMk cId="1046699594" sldId="312"/>
            <ac:picMk id="3" creationId="{C3990FF6-6745-E2E7-F0CE-F8E147CCBBDB}"/>
          </ac:picMkLst>
        </pc:picChg>
        <pc:picChg chg="add mod">
          <ac:chgData name="MOUTHON Michael" userId="8c334b0a-b49f-4369-8718-e8d262ea2547" providerId="ADAL" clId="{0656EAEB-C968-4640-81BC-A6DA394904FE}" dt="2025-09-08T19:37:25.698" v="4" actId="1076"/>
          <ac:picMkLst>
            <pc:docMk/>
            <pc:sldMk cId="1046699594" sldId="312"/>
            <ac:picMk id="10" creationId="{8FAC0FD5-322D-8ACC-F50B-F5382735F043}"/>
          </ac:picMkLst>
        </pc:picChg>
      </pc:sldChg>
      <pc:sldChg chg="addSp delSp modSp new mod">
        <pc:chgData name="MOUTHON Michael" userId="8c334b0a-b49f-4369-8718-e8d262ea2547" providerId="ADAL" clId="{0656EAEB-C968-4640-81BC-A6DA394904FE}" dt="2025-09-14T14:54:50.087" v="2711" actId="113"/>
        <pc:sldMkLst>
          <pc:docMk/>
          <pc:sldMk cId="3249022921" sldId="313"/>
        </pc:sldMkLst>
        <pc:spChg chg="mod">
          <ac:chgData name="MOUTHON Michael" userId="8c334b0a-b49f-4369-8718-e8d262ea2547" providerId="ADAL" clId="{0656EAEB-C968-4640-81BC-A6DA394904FE}" dt="2025-09-08T19:38:45.542" v="71" actId="404"/>
          <ac:spMkLst>
            <pc:docMk/>
            <pc:sldMk cId="3249022921" sldId="313"/>
            <ac:spMk id="2" creationId="{19CB5D6D-222C-27C4-A81F-B981E1D02F06}"/>
          </ac:spMkLst>
        </pc:spChg>
        <pc:spChg chg="add mod">
          <ac:chgData name="MOUTHON Michael" userId="8c334b0a-b49f-4369-8718-e8d262ea2547" providerId="ADAL" clId="{0656EAEB-C968-4640-81BC-A6DA394904FE}" dt="2025-09-08T19:41:16.197" v="92" actId="1076"/>
          <ac:spMkLst>
            <pc:docMk/>
            <pc:sldMk cId="3249022921" sldId="313"/>
            <ac:spMk id="8" creationId="{778452F1-C844-E518-5ECE-1A1723E470FE}"/>
          </ac:spMkLst>
        </pc:spChg>
        <pc:spChg chg="add mod">
          <ac:chgData name="MOUTHON Michael" userId="8c334b0a-b49f-4369-8718-e8d262ea2547" providerId="ADAL" clId="{0656EAEB-C968-4640-81BC-A6DA394904FE}" dt="2025-09-14T14:54:50.087" v="2711" actId="113"/>
          <ac:spMkLst>
            <pc:docMk/>
            <pc:sldMk cId="3249022921" sldId="313"/>
            <ac:spMk id="9" creationId="{E9B6F064-A7FD-308B-ADF9-B9596D784378}"/>
          </ac:spMkLst>
        </pc:spChg>
        <pc:spChg chg="add mod">
          <ac:chgData name="MOUTHON Michael" userId="8c334b0a-b49f-4369-8718-e8d262ea2547" providerId="ADAL" clId="{0656EAEB-C968-4640-81BC-A6DA394904FE}" dt="2025-09-08T19:42:03.999" v="127" actId="33524"/>
          <ac:spMkLst>
            <pc:docMk/>
            <pc:sldMk cId="3249022921" sldId="313"/>
            <ac:spMk id="10" creationId="{847960B4-FFCA-3A84-B833-E7D360850C60}"/>
          </ac:spMkLst>
        </pc:spChg>
        <pc:spChg chg="add mod">
          <ac:chgData name="MOUTHON Michael" userId="8c334b0a-b49f-4369-8718-e8d262ea2547" providerId="ADAL" clId="{0656EAEB-C968-4640-81BC-A6DA394904FE}" dt="2025-09-08T19:45:42.781" v="171" actId="1076"/>
          <ac:spMkLst>
            <pc:docMk/>
            <pc:sldMk cId="3249022921" sldId="313"/>
            <ac:spMk id="15" creationId="{F8E9499F-8929-F5FB-AC58-2DEDFA83620F}"/>
          </ac:spMkLst>
        </pc:spChg>
        <pc:spChg chg="add mod">
          <ac:chgData name="MOUTHON Michael" userId="8c334b0a-b49f-4369-8718-e8d262ea2547" providerId="ADAL" clId="{0656EAEB-C968-4640-81BC-A6DA394904FE}" dt="2025-09-08T19:46:37.920" v="231" actId="1076"/>
          <ac:spMkLst>
            <pc:docMk/>
            <pc:sldMk cId="3249022921" sldId="313"/>
            <ac:spMk id="16" creationId="{E1FFE8BF-E649-D065-894E-0DA9A66E25F4}"/>
          </ac:spMkLst>
        </pc:spChg>
        <pc:picChg chg="add mod">
          <ac:chgData name="MOUTHON Michael" userId="8c334b0a-b49f-4369-8718-e8d262ea2547" providerId="ADAL" clId="{0656EAEB-C968-4640-81BC-A6DA394904FE}" dt="2025-09-08T19:40:21.494" v="82" actId="1076"/>
          <ac:picMkLst>
            <pc:docMk/>
            <pc:sldMk cId="3249022921" sldId="313"/>
            <ac:picMk id="5" creationId="{9C5912EE-BCFD-2D65-A480-E04B4B964F24}"/>
          </ac:picMkLst>
        </pc:picChg>
        <pc:picChg chg="add mod">
          <ac:chgData name="MOUTHON Michael" userId="8c334b0a-b49f-4369-8718-e8d262ea2547" providerId="ADAL" clId="{0656EAEB-C968-4640-81BC-A6DA394904FE}" dt="2025-09-08T19:40:26.518" v="84" actId="14100"/>
          <ac:picMkLst>
            <pc:docMk/>
            <pc:sldMk cId="3249022921" sldId="313"/>
            <ac:picMk id="7" creationId="{4DD84871-EE37-7520-BAD5-725439EC3026}"/>
          </ac:picMkLst>
        </pc:picChg>
        <pc:picChg chg="add mod">
          <ac:chgData name="MOUTHON Michael" userId="8c334b0a-b49f-4369-8718-e8d262ea2547" providerId="ADAL" clId="{0656EAEB-C968-4640-81BC-A6DA394904FE}" dt="2025-09-08T19:44:47.484" v="130" actId="14100"/>
          <ac:picMkLst>
            <pc:docMk/>
            <pc:sldMk cId="3249022921" sldId="313"/>
            <ac:picMk id="12" creationId="{41519392-AC47-30B6-040F-1FAC70B8AC02}"/>
          </ac:picMkLst>
        </pc:picChg>
        <pc:picChg chg="add mod">
          <ac:chgData name="MOUTHON Michael" userId="8c334b0a-b49f-4369-8718-e8d262ea2547" providerId="ADAL" clId="{0656EAEB-C968-4640-81BC-A6DA394904FE}" dt="2025-09-08T19:45:05.713" v="132" actId="1076"/>
          <ac:picMkLst>
            <pc:docMk/>
            <pc:sldMk cId="3249022921" sldId="313"/>
            <ac:picMk id="14" creationId="{FB3D6CD3-B724-B15B-C55D-CC3AFE82BC04}"/>
          </ac:picMkLst>
        </pc:picChg>
      </pc:sldChg>
      <pc:sldChg chg="addSp delSp modSp new mod">
        <pc:chgData name="MOUTHON Michael" userId="8c334b0a-b49f-4369-8718-e8d262ea2547" providerId="ADAL" clId="{0656EAEB-C968-4640-81BC-A6DA394904FE}" dt="2025-09-09T18:25:14.261" v="478" actId="20577"/>
        <pc:sldMkLst>
          <pc:docMk/>
          <pc:sldMk cId="137584920" sldId="314"/>
        </pc:sldMkLst>
        <pc:spChg chg="mod">
          <ac:chgData name="MOUTHON Michael" userId="8c334b0a-b49f-4369-8718-e8d262ea2547" providerId="ADAL" clId="{0656EAEB-C968-4640-81BC-A6DA394904FE}" dt="2025-09-08T20:38:54.689" v="273" actId="20577"/>
          <ac:spMkLst>
            <pc:docMk/>
            <pc:sldMk cId="137584920" sldId="314"/>
            <ac:spMk id="2" creationId="{371EA848-7432-3A15-84DC-A0417B272BFE}"/>
          </ac:spMkLst>
        </pc:spChg>
        <pc:graphicFrameChg chg="add mod ord modGraphic">
          <ac:chgData name="MOUTHON Michael" userId="8c334b0a-b49f-4369-8718-e8d262ea2547" providerId="ADAL" clId="{0656EAEB-C968-4640-81BC-A6DA394904FE}" dt="2025-09-09T18:25:14.261" v="478" actId="20577"/>
          <ac:graphicFrameMkLst>
            <pc:docMk/>
            <pc:sldMk cId="137584920" sldId="314"/>
            <ac:graphicFrameMk id="4" creationId="{FDC5EEF1-964F-5213-BBEA-D61750AD8BEC}"/>
          </ac:graphicFrameMkLst>
        </pc:graphicFrameChg>
      </pc:sldChg>
      <pc:sldChg chg="modSp add mod">
        <pc:chgData name="MOUTHON Michael" userId="8c334b0a-b49f-4369-8718-e8d262ea2547" providerId="ADAL" clId="{0656EAEB-C968-4640-81BC-A6DA394904FE}" dt="2025-09-09T18:38:57.069" v="541" actId="20577"/>
        <pc:sldMkLst>
          <pc:docMk/>
          <pc:sldMk cId="1947972813" sldId="315"/>
        </pc:sldMkLst>
        <pc:graphicFrameChg chg="mod modGraphic">
          <ac:chgData name="MOUTHON Michael" userId="8c334b0a-b49f-4369-8718-e8d262ea2547" providerId="ADAL" clId="{0656EAEB-C968-4640-81BC-A6DA394904FE}" dt="2025-09-09T18:38:57.069" v="541" actId="20577"/>
          <ac:graphicFrameMkLst>
            <pc:docMk/>
            <pc:sldMk cId="1947972813" sldId="315"/>
            <ac:graphicFrameMk id="4" creationId="{BFF8C0F5-1BC8-E02C-4F81-F908E5323C70}"/>
          </ac:graphicFrameMkLst>
        </pc:graphicFrameChg>
      </pc:sldChg>
      <pc:sldChg chg="addSp delSp modSp new mod">
        <pc:chgData name="MOUTHON Michael" userId="8c334b0a-b49f-4369-8718-e8d262ea2547" providerId="ADAL" clId="{0656EAEB-C968-4640-81BC-A6DA394904FE}" dt="2025-09-10T18:30:29.826" v="865" actId="113"/>
        <pc:sldMkLst>
          <pc:docMk/>
          <pc:sldMk cId="681486858" sldId="316"/>
        </pc:sldMkLst>
        <pc:spChg chg="mod">
          <ac:chgData name="MOUTHON Michael" userId="8c334b0a-b49f-4369-8718-e8d262ea2547" providerId="ADAL" clId="{0656EAEB-C968-4640-81BC-A6DA394904FE}" dt="2025-09-10T18:17:23.507" v="741" actId="1076"/>
          <ac:spMkLst>
            <pc:docMk/>
            <pc:sldMk cId="681486858" sldId="316"/>
            <ac:spMk id="2" creationId="{14E22266-0AE8-CCFC-B590-F9CF120FB1C2}"/>
          </ac:spMkLst>
        </pc:spChg>
        <pc:spChg chg="add mod">
          <ac:chgData name="MOUTHON Michael" userId="8c334b0a-b49f-4369-8718-e8d262ea2547" providerId="ADAL" clId="{0656EAEB-C968-4640-81BC-A6DA394904FE}" dt="2025-09-10T18:30:29.826" v="865" actId="113"/>
          <ac:spMkLst>
            <pc:docMk/>
            <pc:sldMk cId="681486858" sldId="316"/>
            <ac:spMk id="4" creationId="{1524B667-2AE0-1167-731B-B7DC6A1E1A14}"/>
          </ac:spMkLst>
        </pc:spChg>
        <pc:picChg chg="add mod">
          <ac:chgData name="MOUTHON Michael" userId="8c334b0a-b49f-4369-8718-e8d262ea2547" providerId="ADAL" clId="{0656EAEB-C968-4640-81BC-A6DA394904FE}" dt="2025-09-10T18:30:26.251" v="864" actId="1076"/>
          <ac:picMkLst>
            <pc:docMk/>
            <pc:sldMk cId="681486858" sldId="316"/>
            <ac:picMk id="6" creationId="{D3765341-B4F8-E01A-D9C5-17038DB6A3A2}"/>
          </ac:picMkLst>
        </pc:picChg>
      </pc:sldChg>
      <pc:sldChg chg="add del">
        <pc:chgData name="MOUTHON Michael" userId="8c334b0a-b49f-4369-8718-e8d262ea2547" providerId="ADAL" clId="{0656EAEB-C968-4640-81BC-A6DA394904FE}" dt="2025-09-09T18:25:32.392" v="482"/>
        <pc:sldMkLst>
          <pc:docMk/>
          <pc:sldMk cId="4185561947" sldId="316"/>
        </pc:sldMkLst>
      </pc:sldChg>
      <pc:sldChg chg="addSp delSp modSp add mod">
        <pc:chgData name="MOUTHON Michael" userId="8c334b0a-b49f-4369-8718-e8d262ea2547" providerId="ADAL" clId="{0656EAEB-C968-4640-81BC-A6DA394904FE}" dt="2025-09-28T08:32:17.652" v="9943" actId="20577"/>
        <pc:sldMkLst>
          <pc:docMk/>
          <pc:sldMk cId="1736139579" sldId="317"/>
        </pc:sldMkLst>
        <pc:spChg chg="mod">
          <ac:chgData name="MOUTHON Michael" userId="8c334b0a-b49f-4369-8718-e8d262ea2547" providerId="ADAL" clId="{0656EAEB-C968-4640-81BC-A6DA394904FE}" dt="2025-09-28T08:32:17.652" v="9943" actId="20577"/>
          <ac:spMkLst>
            <pc:docMk/>
            <pc:sldMk cId="1736139579" sldId="317"/>
            <ac:spMk id="2" creationId="{5F05F524-DC81-271B-D733-EAB47269FAE9}"/>
          </ac:spMkLst>
        </pc:spChg>
        <pc:spChg chg="add mod">
          <ac:chgData name="MOUTHON Michael" userId="8c334b0a-b49f-4369-8718-e8d262ea2547" providerId="ADAL" clId="{0656EAEB-C968-4640-81BC-A6DA394904FE}" dt="2025-09-10T18:43:31.498" v="1066" actId="20577"/>
          <ac:spMkLst>
            <pc:docMk/>
            <pc:sldMk cId="1736139579" sldId="317"/>
            <ac:spMk id="5" creationId="{F47F85E3-3ADD-F4D7-7644-D68530747FF3}"/>
          </ac:spMkLst>
        </pc:spChg>
      </pc:sldChg>
      <pc:sldChg chg="add del">
        <pc:chgData name="MOUTHON Michael" userId="8c334b0a-b49f-4369-8718-e8d262ea2547" providerId="ADAL" clId="{0656EAEB-C968-4640-81BC-A6DA394904FE}" dt="2025-09-10T18:41:58.985" v="895" actId="47"/>
        <pc:sldMkLst>
          <pc:docMk/>
          <pc:sldMk cId="3149535346" sldId="318"/>
        </pc:sldMkLst>
      </pc:sldChg>
      <pc:sldChg chg="addSp delSp modSp add mod">
        <pc:chgData name="MOUTHON Michael" userId="8c334b0a-b49f-4369-8718-e8d262ea2547" providerId="ADAL" clId="{0656EAEB-C968-4640-81BC-A6DA394904FE}" dt="2025-09-10T18:58:57.848" v="1276" actId="14734"/>
        <pc:sldMkLst>
          <pc:docMk/>
          <pc:sldMk cId="3504690709" sldId="318"/>
        </pc:sldMkLst>
        <pc:spChg chg="add mod">
          <ac:chgData name="MOUTHON Michael" userId="8c334b0a-b49f-4369-8718-e8d262ea2547" providerId="ADAL" clId="{0656EAEB-C968-4640-81BC-A6DA394904FE}" dt="2025-09-10T18:45:05.471" v="1111" actId="1076"/>
          <ac:spMkLst>
            <pc:docMk/>
            <pc:sldMk cId="3504690709" sldId="318"/>
            <ac:spMk id="7" creationId="{C56D9465-8D1B-4E4A-13DE-5777825D6F6D}"/>
          </ac:spMkLst>
        </pc:spChg>
        <pc:graphicFrameChg chg="mod modGraphic">
          <ac:chgData name="MOUTHON Michael" userId="8c334b0a-b49f-4369-8718-e8d262ea2547" providerId="ADAL" clId="{0656EAEB-C968-4640-81BC-A6DA394904FE}" dt="2025-09-10T18:58:57.848" v="1276" actId="14734"/>
          <ac:graphicFrameMkLst>
            <pc:docMk/>
            <pc:sldMk cId="3504690709" sldId="318"/>
            <ac:graphicFrameMk id="4" creationId="{4E3672D2-2C11-8812-9236-B9B09E4FF554}"/>
          </ac:graphicFrameMkLst>
        </pc:graphicFrameChg>
      </pc:sldChg>
      <pc:sldChg chg="modSp add mod">
        <pc:chgData name="MOUTHON Michael" userId="8c334b0a-b49f-4369-8718-e8d262ea2547" providerId="ADAL" clId="{0656EAEB-C968-4640-81BC-A6DA394904FE}" dt="2025-09-14T10:08:54.063" v="1571" actId="207"/>
        <pc:sldMkLst>
          <pc:docMk/>
          <pc:sldMk cId="1578108995" sldId="319"/>
        </pc:sldMkLst>
        <pc:graphicFrameChg chg="mod modGraphic">
          <ac:chgData name="MOUTHON Michael" userId="8c334b0a-b49f-4369-8718-e8d262ea2547" providerId="ADAL" clId="{0656EAEB-C968-4640-81BC-A6DA394904FE}" dt="2025-09-14T10:08:54.063" v="1571" actId="207"/>
          <ac:graphicFrameMkLst>
            <pc:docMk/>
            <pc:sldMk cId="1578108995" sldId="319"/>
            <ac:graphicFrameMk id="4" creationId="{5CEE749E-4C4D-D54A-B347-9E98C004E28C}"/>
          </ac:graphicFrameMkLst>
        </pc:graphicFrameChg>
      </pc:sldChg>
      <pc:sldChg chg="addSp modSp add mod">
        <pc:chgData name="MOUTHON Michael" userId="8c334b0a-b49f-4369-8718-e8d262ea2547" providerId="ADAL" clId="{0656EAEB-C968-4640-81BC-A6DA394904FE}" dt="2025-09-14T10:12:07.316" v="1689" actId="20577"/>
        <pc:sldMkLst>
          <pc:docMk/>
          <pc:sldMk cId="973166558" sldId="320"/>
        </pc:sldMkLst>
        <pc:spChg chg="add mod">
          <ac:chgData name="MOUTHON Michael" userId="8c334b0a-b49f-4369-8718-e8d262ea2547" providerId="ADAL" clId="{0656EAEB-C968-4640-81BC-A6DA394904FE}" dt="2025-09-14T10:12:07.316" v="1689" actId="20577"/>
          <ac:spMkLst>
            <pc:docMk/>
            <pc:sldMk cId="973166558" sldId="320"/>
            <ac:spMk id="2" creationId="{AE9E4B34-02BF-EC1D-31CB-E77B0CDE5A61}"/>
          </ac:spMkLst>
        </pc:spChg>
        <pc:graphicFrameChg chg="mod modGraphic">
          <ac:chgData name="MOUTHON Michael" userId="8c334b0a-b49f-4369-8718-e8d262ea2547" providerId="ADAL" clId="{0656EAEB-C968-4640-81BC-A6DA394904FE}" dt="2025-09-14T10:01:42.084" v="1410"/>
          <ac:graphicFrameMkLst>
            <pc:docMk/>
            <pc:sldMk cId="973166558" sldId="320"/>
            <ac:graphicFrameMk id="4" creationId="{369037A1-6B8E-CC4A-8EB8-5F4A236722C5}"/>
          </ac:graphicFrameMkLst>
        </pc:graphicFrameChg>
      </pc:sldChg>
      <pc:sldChg chg="addSp delSp modSp new mod">
        <pc:chgData name="MOUTHON Michael" userId="8c334b0a-b49f-4369-8718-e8d262ea2547" providerId="ADAL" clId="{0656EAEB-C968-4640-81BC-A6DA394904FE}" dt="2025-09-15T19:48:11.707" v="3449" actId="20577"/>
        <pc:sldMkLst>
          <pc:docMk/>
          <pc:sldMk cId="1494666230" sldId="321"/>
        </pc:sldMkLst>
        <pc:spChg chg="mod">
          <ac:chgData name="MOUTHON Michael" userId="8c334b0a-b49f-4369-8718-e8d262ea2547" providerId="ADAL" clId="{0656EAEB-C968-4640-81BC-A6DA394904FE}" dt="2025-09-14T13:24:44.868" v="1832" actId="404"/>
          <ac:spMkLst>
            <pc:docMk/>
            <pc:sldMk cId="1494666230" sldId="321"/>
            <ac:spMk id="2" creationId="{6573F0B4-3F8B-CBE6-A4A6-788C06334597}"/>
          </ac:spMkLst>
        </pc:spChg>
        <pc:spChg chg="add mod">
          <ac:chgData name="MOUTHON Michael" userId="8c334b0a-b49f-4369-8718-e8d262ea2547" providerId="ADAL" clId="{0656EAEB-C968-4640-81BC-A6DA394904FE}" dt="2025-09-14T13:32:04.752" v="2706" actId="20577"/>
          <ac:spMkLst>
            <pc:docMk/>
            <pc:sldMk cId="1494666230" sldId="321"/>
            <ac:spMk id="4" creationId="{41209C6F-AB9E-9988-6EF7-3E2A2A49BFA7}"/>
          </ac:spMkLst>
        </pc:spChg>
        <pc:spChg chg="add mod">
          <ac:chgData name="MOUTHON Michael" userId="8c334b0a-b49f-4369-8718-e8d262ea2547" providerId="ADAL" clId="{0656EAEB-C968-4640-81BC-A6DA394904FE}" dt="2025-09-15T19:48:11.707" v="3449" actId="20577"/>
          <ac:spMkLst>
            <pc:docMk/>
            <pc:sldMk cId="1494666230" sldId="321"/>
            <ac:spMk id="8" creationId="{857EE73A-E933-16E3-1D4B-8CEFDE49CDCF}"/>
          </ac:spMkLst>
        </pc:spChg>
        <pc:spChg chg="add mod">
          <ac:chgData name="MOUTHON Michael" userId="8c334b0a-b49f-4369-8718-e8d262ea2547" providerId="ADAL" clId="{0656EAEB-C968-4640-81BC-A6DA394904FE}" dt="2025-09-14T15:00:00.207" v="2792" actId="1076"/>
          <ac:spMkLst>
            <pc:docMk/>
            <pc:sldMk cId="1494666230" sldId="321"/>
            <ac:spMk id="9" creationId="{1B9AE94B-997B-C19D-55EF-AE9C28C8591B}"/>
          </ac:spMkLst>
        </pc:spChg>
        <pc:spChg chg="add mod">
          <ac:chgData name="MOUTHON Michael" userId="8c334b0a-b49f-4369-8718-e8d262ea2547" providerId="ADAL" clId="{0656EAEB-C968-4640-81BC-A6DA394904FE}" dt="2025-09-14T15:07:45.119" v="2919" actId="20577"/>
          <ac:spMkLst>
            <pc:docMk/>
            <pc:sldMk cId="1494666230" sldId="321"/>
            <ac:spMk id="12" creationId="{E02BA177-2DAD-79E3-E0AC-796A907B5D9D}"/>
          </ac:spMkLst>
        </pc:spChg>
        <pc:picChg chg="add mod modCrop">
          <ac:chgData name="MOUTHON Michael" userId="8c334b0a-b49f-4369-8718-e8d262ea2547" providerId="ADAL" clId="{0656EAEB-C968-4640-81BC-A6DA394904FE}" dt="2025-09-14T14:54:07.825" v="2710" actId="1076"/>
          <ac:picMkLst>
            <pc:docMk/>
            <pc:sldMk cId="1494666230" sldId="321"/>
            <ac:picMk id="6" creationId="{9FD7D6DD-FA67-5F84-9103-1A58650B335E}"/>
          </ac:picMkLst>
        </pc:picChg>
        <pc:cxnChg chg="add mod">
          <ac:chgData name="MOUTHON Michael" userId="8c334b0a-b49f-4369-8718-e8d262ea2547" providerId="ADAL" clId="{0656EAEB-C968-4640-81BC-A6DA394904FE}" dt="2025-09-15T18:33:02.996" v="3289" actId="208"/>
          <ac:cxnSpMkLst>
            <pc:docMk/>
            <pc:sldMk cId="1494666230" sldId="321"/>
            <ac:cxnSpMk id="5" creationId="{0E10FA4E-BD38-6A41-159A-CAF1048C8A51}"/>
          </ac:cxnSpMkLst>
        </pc:cxnChg>
      </pc:sldChg>
      <pc:sldChg chg="addSp delSp modSp new mod">
        <pc:chgData name="MOUTHON Michael" userId="8c334b0a-b49f-4369-8718-e8d262ea2547" providerId="ADAL" clId="{0656EAEB-C968-4640-81BC-A6DA394904FE}" dt="2025-09-14T15:30:13.838" v="3285" actId="20577"/>
        <pc:sldMkLst>
          <pc:docMk/>
          <pc:sldMk cId="1923849351" sldId="322"/>
        </pc:sldMkLst>
        <pc:spChg chg="add mod">
          <ac:chgData name="MOUTHON Michael" userId="8c334b0a-b49f-4369-8718-e8d262ea2547" providerId="ADAL" clId="{0656EAEB-C968-4640-81BC-A6DA394904FE}" dt="2025-09-14T15:05:56.843" v="2895"/>
          <ac:spMkLst>
            <pc:docMk/>
            <pc:sldMk cId="1923849351" sldId="322"/>
            <ac:spMk id="4" creationId="{4891093E-B102-EA1A-9D92-80AE9D1D76DC}"/>
          </ac:spMkLst>
        </pc:spChg>
        <pc:spChg chg="add mod">
          <ac:chgData name="MOUTHON Michael" userId="8c334b0a-b49f-4369-8718-e8d262ea2547" providerId="ADAL" clId="{0656EAEB-C968-4640-81BC-A6DA394904FE}" dt="2025-09-14T15:13:24.835" v="3036" actId="20577"/>
          <ac:spMkLst>
            <pc:docMk/>
            <pc:sldMk cId="1923849351" sldId="322"/>
            <ac:spMk id="5" creationId="{D12601DF-A1AC-2B84-3954-C089F592DD54}"/>
          </ac:spMkLst>
        </pc:spChg>
        <pc:spChg chg="add mod">
          <ac:chgData name="MOUTHON Michael" userId="8c334b0a-b49f-4369-8718-e8d262ea2547" providerId="ADAL" clId="{0656EAEB-C968-4640-81BC-A6DA394904FE}" dt="2025-09-14T15:27:56.325" v="3070" actId="20577"/>
          <ac:spMkLst>
            <pc:docMk/>
            <pc:sldMk cId="1923849351" sldId="322"/>
            <ac:spMk id="8" creationId="{FED6896A-B960-4B57-7F6C-A9BE2CD5B541}"/>
          </ac:spMkLst>
        </pc:spChg>
        <pc:spChg chg="add mod">
          <ac:chgData name="MOUTHON Michael" userId="8c334b0a-b49f-4369-8718-e8d262ea2547" providerId="ADAL" clId="{0656EAEB-C968-4640-81BC-A6DA394904FE}" dt="2025-09-14T15:28:09.158" v="3085" actId="1076"/>
          <ac:spMkLst>
            <pc:docMk/>
            <pc:sldMk cId="1923849351" sldId="322"/>
            <ac:spMk id="11" creationId="{8106E93D-3772-6EF7-4D8A-3E3379BEB2E1}"/>
          </ac:spMkLst>
        </pc:spChg>
        <pc:spChg chg="add mod">
          <ac:chgData name="MOUTHON Michael" userId="8c334b0a-b49f-4369-8718-e8d262ea2547" providerId="ADAL" clId="{0656EAEB-C968-4640-81BC-A6DA394904FE}" dt="2025-09-14T15:30:13.838" v="3285" actId="20577"/>
          <ac:spMkLst>
            <pc:docMk/>
            <pc:sldMk cId="1923849351" sldId="322"/>
            <ac:spMk id="12" creationId="{22E5E481-C7C9-D607-0B81-BE6C16E8C17A}"/>
          </ac:spMkLst>
        </pc:spChg>
        <pc:picChg chg="add mod">
          <ac:chgData name="MOUTHON Michael" userId="8c334b0a-b49f-4369-8718-e8d262ea2547" providerId="ADAL" clId="{0656EAEB-C968-4640-81BC-A6DA394904FE}" dt="2025-09-14T15:26:42.054" v="3059" actId="1076"/>
          <ac:picMkLst>
            <pc:docMk/>
            <pc:sldMk cId="1923849351" sldId="322"/>
            <ac:picMk id="7" creationId="{832A7FFE-3087-86D5-0C61-69630D3924EC}"/>
          </ac:picMkLst>
        </pc:picChg>
        <pc:picChg chg="add mod">
          <ac:chgData name="MOUTHON Michael" userId="8c334b0a-b49f-4369-8718-e8d262ea2547" providerId="ADAL" clId="{0656EAEB-C968-4640-81BC-A6DA394904FE}" dt="2025-09-14T15:27:44.102" v="3063" actId="1076"/>
          <ac:picMkLst>
            <pc:docMk/>
            <pc:sldMk cId="1923849351" sldId="322"/>
            <ac:picMk id="10" creationId="{7EEF8DD9-E3F4-FA48-EE42-AA9B9ECEF3B6}"/>
          </ac:picMkLst>
        </pc:picChg>
      </pc:sldChg>
      <pc:sldChg chg="addSp new del mod">
        <pc:chgData name="MOUTHON Michael" userId="8c334b0a-b49f-4369-8718-e8d262ea2547" providerId="ADAL" clId="{0656EAEB-C968-4640-81BC-A6DA394904FE}" dt="2025-09-15T19:52:49.320" v="3515" actId="47"/>
        <pc:sldMkLst>
          <pc:docMk/>
          <pc:sldMk cId="2826796840" sldId="323"/>
        </pc:sldMkLst>
      </pc:sldChg>
      <pc:sldChg chg="addSp delSp modSp new mod">
        <pc:chgData name="MOUTHON Michael" userId="8c334b0a-b49f-4369-8718-e8d262ea2547" providerId="ADAL" clId="{0656EAEB-C968-4640-81BC-A6DA394904FE}" dt="2025-09-15T20:02:51.796" v="3530" actId="1076"/>
        <pc:sldMkLst>
          <pc:docMk/>
          <pc:sldMk cId="675075748" sldId="324"/>
        </pc:sldMkLst>
        <pc:spChg chg="mod">
          <ac:chgData name="MOUTHON Michael" userId="8c334b0a-b49f-4369-8718-e8d262ea2547" providerId="ADAL" clId="{0656EAEB-C968-4640-81BC-A6DA394904FE}" dt="2025-09-15T19:42:32.089" v="3358" actId="20577"/>
          <ac:spMkLst>
            <pc:docMk/>
            <pc:sldMk cId="675075748" sldId="324"/>
            <ac:spMk id="2" creationId="{D4F44C87-92A9-3762-EBBB-126B8EEB53D4}"/>
          </ac:spMkLst>
        </pc:spChg>
        <pc:spChg chg="add mod">
          <ac:chgData name="MOUTHON Michael" userId="8c334b0a-b49f-4369-8718-e8d262ea2547" providerId="ADAL" clId="{0656EAEB-C968-4640-81BC-A6DA394904FE}" dt="2025-09-15T19:46:49.749" v="3439" actId="1076"/>
          <ac:spMkLst>
            <pc:docMk/>
            <pc:sldMk cId="675075748" sldId="324"/>
            <ac:spMk id="4" creationId="{5C9383DC-EE90-1E12-70DF-46F79EE3F108}"/>
          </ac:spMkLst>
        </pc:spChg>
        <pc:spChg chg="add mod">
          <ac:chgData name="MOUTHON Michael" userId="8c334b0a-b49f-4369-8718-e8d262ea2547" providerId="ADAL" clId="{0656EAEB-C968-4640-81BC-A6DA394904FE}" dt="2025-09-15T19:51:41.351" v="3502" actId="1076"/>
          <ac:spMkLst>
            <pc:docMk/>
            <pc:sldMk cId="675075748" sldId="324"/>
            <ac:spMk id="7" creationId="{5B83E5A0-10DD-721E-72B0-97BB606447A7}"/>
          </ac:spMkLst>
        </pc:spChg>
        <pc:spChg chg="add mod">
          <ac:chgData name="MOUTHON Michael" userId="8c334b0a-b49f-4369-8718-e8d262ea2547" providerId="ADAL" clId="{0656EAEB-C968-4640-81BC-A6DA394904FE}" dt="2025-09-15T19:52:24.603" v="3514" actId="1076"/>
          <ac:spMkLst>
            <pc:docMk/>
            <pc:sldMk cId="675075748" sldId="324"/>
            <ac:spMk id="10" creationId="{E02B0BC4-1BC9-506A-0220-4BA67F3D8E9B}"/>
          </ac:spMkLst>
        </pc:spChg>
        <pc:spChg chg="add mod">
          <ac:chgData name="MOUTHON Michael" userId="8c334b0a-b49f-4369-8718-e8d262ea2547" providerId="ADAL" clId="{0656EAEB-C968-4640-81BC-A6DA394904FE}" dt="2025-09-15T19:53:17.837" v="3518" actId="14100"/>
          <ac:spMkLst>
            <pc:docMk/>
            <pc:sldMk cId="675075748" sldId="324"/>
            <ac:spMk id="12" creationId="{8CB0C483-D8C0-48A4-5475-812D6BAA2E63}"/>
          </ac:spMkLst>
        </pc:spChg>
        <pc:spChg chg="add mod">
          <ac:chgData name="MOUTHON Michael" userId="8c334b0a-b49f-4369-8718-e8d262ea2547" providerId="ADAL" clId="{0656EAEB-C968-4640-81BC-A6DA394904FE}" dt="2025-09-15T20:01:45.118" v="3520" actId="1076"/>
          <ac:spMkLst>
            <pc:docMk/>
            <pc:sldMk cId="675075748" sldId="324"/>
            <ac:spMk id="13" creationId="{B099CBBB-73CF-FFAC-AC03-BBBA2C4FA0A4}"/>
          </ac:spMkLst>
        </pc:spChg>
        <pc:spChg chg="add mod">
          <ac:chgData name="MOUTHON Michael" userId="8c334b0a-b49f-4369-8718-e8d262ea2547" providerId="ADAL" clId="{0656EAEB-C968-4640-81BC-A6DA394904FE}" dt="2025-09-15T20:02:19.590" v="3526" actId="1076"/>
          <ac:spMkLst>
            <pc:docMk/>
            <pc:sldMk cId="675075748" sldId="324"/>
            <ac:spMk id="16" creationId="{8EB0DEAF-EF69-8F8C-D5C5-E0421A524261}"/>
          </ac:spMkLst>
        </pc:spChg>
        <pc:picChg chg="add mod">
          <ac:chgData name="MOUTHON Michael" userId="8c334b0a-b49f-4369-8718-e8d262ea2547" providerId="ADAL" clId="{0656EAEB-C968-4640-81BC-A6DA394904FE}" dt="2025-09-15T19:51:38.351" v="3501" actId="1076"/>
          <ac:picMkLst>
            <pc:docMk/>
            <pc:sldMk cId="675075748" sldId="324"/>
            <ac:picMk id="6" creationId="{049634EE-7A92-9AAF-B25D-00802C1B511B}"/>
          </ac:picMkLst>
        </pc:picChg>
        <pc:picChg chg="add mod modCrop">
          <ac:chgData name="MOUTHON Michael" userId="8c334b0a-b49f-4369-8718-e8d262ea2547" providerId="ADAL" clId="{0656EAEB-C968-4640-81BC-A6DA394904FE}" dt="2025-09-15T19:51:29.378" v="3500" actId="14100"/>
          <ac:picMkLst>
            <pc:docMk/>
            <pc:sldMk cId="675075748" sldId="324"/>
            <ac:picMk id="9" creationId="{5DF8FABB-88C5-9DA3-6F76-92485C9F9BA3}"/>
          </ac:picMkLst>
        </pc:picChg>
        <pc:picChg chg="add mod">
          <ac:chgData name="MOUTHON Michael" userId="8c334b0a-b49f-4369-8718-e8d262ea2547" providerId="ADAL" clId="{0656EAEB-C968-4640-81BC-A6DA394904FE}" dt="2025-09-15T20:02:09.053" v="3524" actId="1076"/>
          <ac:picMkLst>
            <pc:docMk/>
            <pc:sldMk cId="675075748" sldId="324"/>
            <ac:picMk id="15" creationId="{CE6C8646-892D-9CCB-BD11-50A342C466CC}"/>
          </ac:picMkLst>
        </pc:picChg>
        <pc:picChg chg="add mod">
          <ac:chgData name="MOUTHON Michael" userId="8c334b0a-b49f-4369-8718-e8d262ea2547" providerId="ADAL" clId="{0656EAEB-C968-4640-81BC-A6DA394904FE}" dt="2025-09-15T20:02:51.796" v="3530" actId="1076"/>
          <ac:picMkLst>
            <pc:docMk/>
            <pc:sldMk cId="675075748" sldId="324"/>
            <ac:picMk id="18" creationId="{A2BED9D6-CB61-A82F-3456-18681DA1E797}"/>
          </ac:picMkLst>
        </pc:picChg>
      </pc:sldChg>
      <pc:sldChg chg="modSp new mod">
        <pc:chgData name="MOUTHON Michael" userId="8c334b0a-b49f-4369-8718-e8d262ea2547" providerId="ADAL" clId="{0656EAEB-C968-4640-81BC-A6DA394904FE}" dt="2025-09-15T20:06:39.709" v="4112" actId="20577"/>
        <pc:sldMkLst>
          <pc:docMk/>
          <pc:sldMk cId="2952984093" sldId="325"/>
        </pc:sldMkLst>
        <pc:spChg chg="mod">
          <ac:chgData name="MOUTHON Michael" userId="8c334b0a-b49f-4369-8718-e8d262ea2547" providerId="ADAL" clId="{0656EAEB-C968-4640-81BC-A6DA394904FE}" dt="2025-09-15T20:03:08.309" v="3564" actId="20577"/>
          <ac:spMkLst>
            <pc:docMk/>
            <pc:sldMk cId="2952984093" sldId="325"/>
            <ac:spMk id="2" creationId="{DA2FEFEC-CB8B-24D4-265F-3FCE74DF3D4D}"/>
          </ac:spMkLst>
        </pc:spChg>
        <pc:spChg chg="mod">
          <ac:chgData name="MOUTHON Michael" userId="8c334b0a-b49f-4369-8718-e8d262ea2547" providerId="ADAL" clId="{0656EAEB-C968-4640-81BC-A6DA394904FE}" dt="2025-09-15T20:06:39.709" v="4112" actId="20577"/>
          <ac:spMkLst>
            <pc:docMk/>
            <pc:sldMk cId="2952984093" sldId="325"/>
            <ac:spMk id="3" creationId="{051E5195-256E-96B2-960A-4E7E5C89932B}"/>
          </ac:spMkLst>
        </pc:spChg>
      </pc:sldChg>
      <pc:sldChg chg="modSp add mod ord">
        <pc:chgData name="MOUTHON Michael" userId="8c334b0a-b49f-4369-8718-e8d262ea2547" providerId="ADAL" clId="{0656EAEB-C968-4640-81BC-A6DA394904FE}" dt="2025-09-28T08:35:44.916" v="9982" actId="20577"/>
        <pc:sldMkLst>
          <pc:docMk/>
          <pc:sldMk cId="2368708522" sldId="326"/>
        </pc:sldMkLst>
        <pc:spChg chg="mod">
          <ac:chgData name="MOUTHON Michael" userId="8c334b0a-b49f-4369-8718-e8d262ea2547" providerId="ADAL" clId="{0656EAEB-C968-4640-81BC-A6DA394904FE}" dt="2025-09-16T18:56:53.524" v="4132" actId="20577"/>
          <ac:spMkLst>
            <pc:docMk/>
            <pc:sldMk cId="2368708522" sldId="326"/>
            <ac:spMk id="2" creationId="{10BC7427-2823-9603-872A-1AE3C8C47C07}"/>
          </ac:spMkLst>
        </pc:spChg>
        <pc:spChg chg="mod">
          <ac:chgData name="MOUTHON Michael" userId="8c334b0a-b49f-4369-8718-e8d262ea2547" providerId="ADAL" clId="{0656EAEB-C968-4640-81BC-A6DA394904FE}" dt="2025-09-28T08:35:44.916" v="9982" actId="20577"/>
          <ac:spMkLst>
            <pc:docMk/>
            <pc:sldMk cId="2368708522" sldId="326"/>
            <ac:spMk id="3" creationId="{BE28EB35-CA7E-3C00-7CB1-7CCC0EAAC89E}"/>
          </ac:spMkLst>
        </pc:spChg>
      </pc:sldChg>
      <pc:sldChg chg="addSp delSp modSp new mod ord">
        <pc:chgData name="MOUTHON Michael" userId="8c334b0a-b49f-4369-8718-e8d262ea2547" providerId="ADAL" clId="{0656EAEB-C968-4640-81BC-A6DA394904FE}" dt="2025-09-21T15:29:03.137" v="5193"/>
        <pc:sldMkLst>
          <pc:docMk/>
          <pc:sldMk cId="3675729504" sldId="327"/>
        </pc:sldMkLst>
        <pc:spChg chg="mod">
          <ac:chgData name="MOUTHON Michael" userId="8c334b0a-b49f-4369-8718-e8d262ea2547" providerId="ADAL" clId="{0656EAEB-C968-4640-81BC-A6DA394904FE}" dt="2025-09-17T18:27:39.037" v="4445" actId="20577"/>
          <ac:spMkLst>
            <pc:docMk/>
            <pc:sldMk cId="3675729504" sldId="327"/>
            <ac:spMk id="2" creationId="{6FD47DC9-2E29-108D-D9B3-A16567BD55AC}"/>
          </ac:spMkLst>
        </pc:spChg>
        <pc:spChg chg="add mod">
          <ac:chgData name="MOUTHON Michael" userId="8c334b0a-b49f-4369-8718-e8d262ea2547" providerId="ADAL" clId="{0656EAEB-C968-4640-81BC-A6DA394904FE}" dt="2025-09-21T15:06:50.788" v="4891" actId="20577"/>
          <ac:spMkLst>
            <pc:docMk/>
            <pc:sldMk cId="3675729504" sldId="327"/>
            <ac:spMk id="3" creationId="{472534D6-291E-B38C-1BFE-2CD83C7046DE}"/>
          </ac:spMkLst>
        </pc:spChg>
        <pc:spChg chg="add mod">
          <ac:chgData name="MOUTHON Michael" userId="8c334b0a-b49f-4369-8718-e8d262ea2547" providerId="ADAL" clId="{0656EAEB-C968-4640-81BC-A6DA394904FE}" dt="2025-09-21T15:10:37.483" v="4903" actId="1076"/>
          <ac:spMkLst>
            <pc:docMk/>
            <pc:sldMk cId="3675729504" sldId="327"/>
            <ac:spMk id="6" creationId="{7B48D353-5E54-0AF7-EFE0-B63E8D57F247}"/>
          </ac:spMkLst>
        </pc:spChg>
        <pc:spChg chg="add mod">
          <ac:chgData name="MOUTHON Michael" userId="8c334b0a-b49f-4369-8718-e8d262ea2547" providerId="ADAL" clId="{0656EAEB-C968-4640-81BC-A6DA394904FE}" dt="2025-09-21T15:10:37.483" v="4903" actId="1076"/>
          <ac:spMkLst>
            <pc:docMk/>
            <pc:sldMk cId="3675729504" sldId="327"/>
            <ac:spMk id="7" creationId="{F38DB1D5-3FE3-A1D3-A91C-0529388038BA}"/>
          </ac:spMkLst>
        </pc:spChg>
        <pc:spChg chg="add mod">
          <ac:chgData name="MOUTHON Michael" userId="8c334b0a-b49f-4369-8718-e8d262ea2547" providerId="ADAL" clId="{0656EAEB-C968-4640-81BC-A6DA394904FE}" dt="2025-09-21T15:10:24.922" v="4901" actId="20577"/>
          <ac:spMkLst>
            <pc:docMk/>
            <pc:sldMk cId="3675729504" sldId="327"/>
            <ac:spMk id="9" creationId="{49FC73B7-FB4A-A3C3-FF69-91F8B0487CA3}"/>
          </ac:spMkLst>
        </pc:spChg>
        <pc:spChg chg="add mod">
          <ac:chgData name="MOUTHON Michael" userId="8c334b0a-b49f-4369-8718-e8d262ea2547" providerId="ADAL" clId="{0656EAEB-C968-4640-81BC-A6DA394904FE}" dt="2025-09-21T15:10:58.096" v="4938" actId="1076"/>
          <ac:spMkLst>
            <pc:docMk/>
            <pc:sldMk cId="3675729504" sldId="327"/>
            <ac:spMk id="10" creationId="{7F7174B5-9DFC-5679-10F2-8D0B066FED20}"/>
          </ac:spMkLst>
        </pc:spChg>
        <pc:spChg chg="add mod">
          <ac:chgData name="MOUTHON Michael" userId="8c334b0a-b49f-4369-8718-e8d262ea2547" providerId="ADAL" clId="{0656EAEB-C968-4640-81BC-A6DA394904FE}" dt="2025-09-21T15:11:41.018" v="5041" actId="20577"/>
          <ac:spMkLst>
            <pc:docMk/>
            <pc:sldMk cId="3675729504" sldId="327"/>
            <ac:spMk id="11" creationId="{94667FBD-222D-E541-38D1-33715D21130C}"/>
          </ac:spMkLst>
        </pc:spChg>
        <pc:picChg chg="add mod">
          <ac:chgData name="MOUTHON Michael" userId="8c334b0a-b49f-4369-8718-e8d262ea2547" providerId="ADAL" clId="{0656EAEB-C968-4640-81BC-A6DA394904FE}" dt="2025-09-21T15:10:33.219" v="4902" actId="1076"/>
          <ac:picMkLst>
            <pc:docMk/>
            <pc:sldMk cId="3675729504" sldId="327"/>
            <ac:picMk id="5" creationId="{0F184EAD-72DE-338B-2EDB-3E071AADC54D}"/>
          </ac:picMkLst>
        </pc:picChg>
        <pc:picChg chg="add mod">
          <ac:chgData name="MOUTHON Michael" userId="8c334b0a-b49f-4369-8718-e8d262ea2547" providerId="ADAL" clId="{0656EAEB-C968-4640-81BC-A6DA394904FE}" dt="2025-09-21T15:10:09.460" v="4893" actId="1076"/>
          <ac:picMkLst>
            <pc:docMk/>
            <pc:sldMk cId="3675729504" sldId="327"/>
            <ac:picMk id="8" creationId="{3479EA2C-96A7-97E3-1EA6-921EFA836D62}"/>
          </ac:picMkLst>
        </pc:picChg>
      </pc:sldChg>
      <pc:sldChg chg="addSp delSp modSp new mod ord">
        <pc:chgData name="MOUTHON Michael" userId="8c334b0a-b49f-4369-8718-e8d262ea2547" providerId="ADAL" clId="{0656EAEB-C968-4640-81BC-A6DA394904FE}" dt="2025-09-28T08:38:48.156" v="10005" actId="20577"/>
        <pc:sldMkLst>
          <pc:docMk/>
          <pc:sldMk cId="2525073940" sldId="328"/>
        </pc:sldMkLst>
        <pc:spChg chg="mod">
          <ac:chgData name="MOUTHON Michael" userId="8c334b0a-b49f-4369-8718-e8d262ea2547" providerId="ADAL" clId="{0656EAEB-C968-4640-81BC-A6DA394904FE}" dt="2025-09-28T08:38:07.622" v="9993" actId="20577"/>
          <ac:spMkLst>
            <pc:docMk/>
            <pc:sldMk cId="2525073940" sldId="328"/>
            <ac:spMk id="2" creationId="{89157C7E-526E-B6C5-77F4-3AF085052360}"/>
          </ac:spMkLst>
        </pc:spChg>
        <pc:spChg chg="add mod">
          <ac:chgData name="MOUTHON Michael" userId="8c334b0a-b49f-4369-8718-e8d262ea2547" providerId="ADAL" clId="{0656EAEB-C968-4640-81BC-A6DA394904FE}" dt="2025-09-18T21:01:40.744" v="4725" actId="1076"/>
          <ac:spMkLst>
            <pc:docMk/>
            <pc:sldMk cId="2525073940" sldId="328"/>
            <ac:spMk id="6" creationId="{02CFBE45-1D6A-E39B-81C8-8DAAB2539F2A}"/>
          </ac:spMkLst>
        </pc:spChg>
        <pc:spChg chg="add mod">
          <ac:chgData name="MOUTHON Michael" userId="8c334b0a-b49f-4369-8718-e8d262ea2547" providerId="ADAL" clId="{0656EAEB-C968-4640-81BC-A6DA394904FE}" dt="2025-09-28T08:38:48.156" v="10005" actId="20577"/>
          <ac:spMkLst>
            <pc:docMk/>
            <pc:sldMk cId="2525073940" sldId="328"/>
            <ac:spMk id="7" creationId="{821691E5-19D3-C00E-B894-C14C9CD39D8B}"/>
          </ac:spMkLst>
        </pc:spChg>
        <pc:spChg chg="add mod">
          <ac:chgData name="MOUTHON Michael" userId="8c334b0a-b49f-4369-8718-e8d262ea2547" providerId="ADAL" clId="{0656EAEB-C968-4640-81BC-A6DA394904FE}" dt="2025-09-21T15:28:31.279" v="5191" actId="20577"/>
          <ac:spMkLst>
            <pc:docMk/>
            <pc:sldMk cId="2525073940" sldId="328"/>
            <ac:spMk id="8" creationId="{9FD1C42F-4621-0F82-ACAF-CC6B4DBDC225}"/>
          </ac:spMkLst>
        </pc:spChg>
        <pc:picChg chg="add mod">
          <ac:chgData name="MOUTHON Michael" userId="8c334b0a-b49f-4369-8718-e8d262ea2547" providerId="ADAL" clId="{0656EAEB-C968-4640-81BC-A6DA394904FE}" dt="2025-09-21T15:27:22.117" v="5062" actId="1076"/>
          <ac:picMkLst>
            <pc:docMk/>
            <pc:sldMk cId="2525073940" sldId="328"/>
            <ac:picMk id="4" creationId="{8E8919D2-8B53-96F1-BB5E-3DAC6B3D40DD}"/>
          </ac:picMkLst>
        </pc:picChg>
        <pc:picChg chg="add mod modCrop">
          <ac:chgData name="MOUTHON Michael" userId="8c334b0a-b49f-4369-8718-e8d262ea2547" providerId="ADAL" clId="{0656EAEB-C968-4640-81BC-A6DA394904FE}" dt="2025-09-18T21:00:55.024" v="4641" actId="14100"/>
          <ac:picMkLst>
            <pc:docMk/>
            <pc:sldMk cId="2525073940" sldId="328"/>
            <ac:picMk id="5" creationId="{3D3CC3F3-259C-FDCE-D9E8-37E083BBB18D}"/>
          </ac:picMkLst>
        </pc:picChg>
      </pc:sldChg>
      <pc:sldChg chg="addSp delSp modSp add mod">
        <pc:chgData name="MOUTHON Michael" userId="8c334b0a-b49f-4369-8718-e8d262ea2547" providerId="ADAL" clId="{0656EAEB-C968-4640-81BC-A6DA394904FE}" dt="2025-09-28T08:39:05.521" v="10007" actId="20577"/>
        <pc:sldMkLst>
          <pc:docMk/>
          <pc:sldMk cId="2045191578" sldId="329"/>
        </pc:sldMkLst>
        <pc:spChg chg="mod">
          <ac:chgData name="MOUTHON Michael" userId="8c334b0a-b49f-4369-8718-e8d262ea2547" providerId="ADAL" clId="{0656EAEB-C968-4640-81BC-A6DA394904FE}" dt="2025-09-28T08:39:05.521" v="10007" actId="20577"/>
          <ac:spMkLst>
            <pc:docMk/>
            <pc:sldMk cId="2045191578" sldId="329"/>
            <ac:spMk id="2" creationId="{19C5BCB6-CB0C-3667-CCFF-61FC0D8060C8}"/>
          </ac:spMkLst>
        </pc:spChg>
        <pc:spChg chg="add mod">
          <ac:chgData name="MOUTHON Michael" userId="8c334b0a-b49f-4369-8718-e8d262ea2547" providerId="ADAL" clId="{0656EAEB-C968-4640-81BC-A6DA394904FE}" dt="2025-09-21T15:46:52.300" v="5384" actId="6549"/>
          <ac:spMkLst>
            <pc:docMk/>
            <pc:sldMk cId="2045191578" sldId="329"/>
            <ac:spMk id="9" creationId="{E698E6B4-E212-847C-CA7A-FE1B924FDB8C}"/>
          </ac:spMkLst>
        </pc:spChg>
        <pc:spChg chg="add mod">
          <ac:chgData name="MOUTHON Michael" userId="8c334b0a-b49f-4369-8718-e8d262ea2547" providerId="ADAL" clId="{0656EAEB-C968-4640-81BC-A6DA394904FE}" dt="2025-09-21T15:46:00.004" v="5371" actId="1076"/>
          <ac:spMkLst>
            <pc:docMk/>
            <pc:sldMk cId="2045191578" sldId="329"/>
            <ac:spMk id="10" creationId="{FF9A5407-7F80-3AAA-1AE6-8C0D317E88D8}"/>
          </ac:spMkLst>
        </pc:spChg>
        <pc:spChg chg="add mod">
          <ac:chgData name="MOUTHON Michael" userId="8c334b0a-b49f-4369-8718-e8d262ea2547" providerId="ADAL" clId="{0656EAEB-C968-4640-81BC-A6DA394904FE}" dt="2025-09-21T15:46:50.395" v="5381" actId="1076"/>
          <ac:spMkLst>
            <pc:docMk/>
            <pc:sldMk cId="2045191578" sldId="329"/>
            <ac:spMk id="11" creationId="{C9F95754-CBA7-8970-CEAD-7589B23955E9}"/>
          </ac:spMkLst>
        </pc:spChg>
        <pc:spChg chg="add mod">
          <ac:chgData name="MOUTHON Michael" userId="8c334b0a-b49f-4369-8718-e8d262ea2547" providerId="ADAL" clId="{0656EAEB-C968-4640-81BC-A6DA394904FE}" dt="2025-09-21T15:48:22.899" v="5554" actId="14100"/>
          <ac:spMkLst>
            <pc:docMk/>
            <pc:sldMk cId="2045191578" sldId="329"/>
            <ac:spMk id="16" creationId="{C8DE6512-AD20-2CF2-1C40-5075DE061030}"/>
          </ac:spMkLst>
        </pc:spChg>
        <pc:picChg chg="add mod">
          <ac:chgData name="MOUTHON Michael" userId="8c334b0a-b49f-4369-8718-e8d262ea2547" providerId="ADAL" clId="{0656EAEB-C968-4640-81BC-A6DA394904FE}" dt="2025-09-21T15:46:45.755" v="5380" actId="1076"/>
          <ac:picMkLst>
            <pc:docMk/>
            <pc:sldMk cId="2045191578" sldId="329"/>
            <ac:picMk id="13" creationId="{DB6E9ECB-52D3-4C61-C2D4-0C339B277B5C}"/>
          </ac:picMkLst>
        </pc:picChg>
        <pc:picChg chg="add mod">
          <ac:chgData name="MOUTHON Michael" userId="8c334b0a-b49f-4369-8718-e8d262ea2547" providerId="ADAL" clId="{0656EAEB-C968-4640-81BC-A6DA394904FE}" dt="2025-09-21T15:47:36.955" v="5388" actId="1076"/>
          <ac:picMkLst>
            <pc:docMk/>
            <pc:sldMk cId="2045191578" sldId="329"/>
            <ac:picMk id="15" creationId="{0970542E-552A-7260-F3A3-E9B075C59AEB}"/>
          </ac:picMkLst>
        </pc:picChg>
      </pc:sldChg>
      <pc:sldChg chg="addSp delSp modSp new del mod">
        <pc:chgData name="MOUTHON Michael" userId="8c334b0a-b49f-4369-8718-e8d262ea2547" providerId="ADAL" clId="{0656EAEB-C968-4640-81BC-A6DA394904FE}" dt="2025-09-21T15:22:10.892" v="5059" actId="47"/>
        <pc:sldMkLst>
          <pc:docMk/>
          <pc:sldMk cId="4122278607" sldId="329"/>
        </pc:sldMkLst>
      </pc:sldChg>
      <pc:sldChg chg="modSp add mod">
        <pc:chgData name="MOUTHON Michael" userId="8c334b0a-b49f-4369-8718-e8d262ea2547" providerId="ADAL" clId="{0656EAEB-C968-4640-81BC-A6DA394904FE}" dt="2025-09-28T08:39:47.760" v="10009" actId="20577"/>
        <pc:sldMkLst>
          <pc:docMk/>
          <pc:sldMk cId="1686569505" sldId="330"/>
        </pc:sldMkLst>
        <pc:spChg chg="mod">
          <ac:chgData name="MOUTHON Michael" userId="8c334b0a-b49f-4369-8718-e8d262ea2547" providerId="ADAL" clId="{0656EAEB-C968-4640-81BC-A6DA394904FE}" dt="2025-09-21T15:48:35.931" v="5557" actId="20577"/>
          <ac:spMkLst>
            <pc:docMk/>
            <pc:sldMk cId="1686569505" sldId="330"/>
            <ac:spMk id="2" creationId="{D951458E-2214-AFF7-FC56-471822D145CF}"/>
          </ac:spMkLst>
        </pc:spChg>
        <pc:spChg chg="mod">
          <ac:chgData name="MOUTHON Michael" userId="8c334b0a-b49f-4369-8718-e8d262ea2547" providerId="ADAL" clId="{0656EAEB-C968-4640-81BC-A6DA394904FE}" dt="2025-09-28T08:39:47.760" v="10009" actId="20577"/>
          <ac:spMkLst>
            <pc:docMk/>
            <pc:sldMk cId="1686569505" sldId="330"/>
            <ac:spMk id="3" creationId="{EC5E15A7-3109-A18B-E46F-6EC5A121D40C}"/>
          </ac:spMkLst>
        </pc:spChg>
      </pc:sldChg>
      <pc:sldChg chg="add del">
        <pc:chgData name="MOUTHON Michael" userId="8c334b0a-b49f-4369-8718-e8d262ea2547" providerId="ADAL" clId="{0656EAEB-C968-4640-81BC-A6DA394904FE}" dt="2025-09-22T18:00:21.993" v="5884" actId="47"/>
        <pc:sldMkLst>
          <pc:docMk/>
          <pc:sldMk cId="1040283759" sldId="331"/>
        </pc:sldMkLst>
      </pc:sldChg>
      <pc:sldChg chg="modSp new mod">
        <pc:chgData name="MOUTHON Michael" userId="8c334b0a-b49f-4369-8718-e8d262ea2547" providerId="ADAL" clId="{0656EAEB-C968-4640-81BC-A6DA394904FE}" dt="2025-09-28T08:40:46.785" v="10010" actId="33524"/>
        <pc:sldMkLst>
          <pc:docMk/>
          <pc:sldMk cId="1262703616" sldId="331"/>
        </pc:sldMkLst>
        <pc:spChg chg="mod">
          <ac:chgData name="MOUTHON Michael" userId="8c334b0a-b49f-4369-8718-e8d262ea2547" providerId="ADAL" clId="{0656EAEB-C968-4640-81BC-A6DA394904FE}" dt="2025-09-23T20:02:36.256" v="8558" actId="20577"/>
          <ac:spMkLst>
            <pc:docMk/>
            <pc:sldMk cId="1262703616" sldId="331"/>
            <ac:spMk id="2" creationId="{AEB5A872-90ED-2F33-E7E8-C5022409B46B}"/>
          </ac:spMkLst>
        </pc:spChg>
        <pc:spChg chg="mod">
          <ac:chgData name="MOUTHON Michael" userId="8c334b0a-b49f-4369-8718-e8d262ea2547" providerId="ADAL" clId="{0656EAEB-C968-4640-81BC-A6DA394904FE}" dt="2025-09-28T08:40:46.785" v="10010" actId="33524"/>
          <ac:spMkLst>
            <pc:docMk/>
            <pc:sldMk cId="1262703616" sldId="331"/>
            <ac:spMk id="3" creationId="{781C87B0-BE58-5BD0-56D8-504EE5F54200}"/>
          </ac:spMkLst>
        </pc:spChg>
      </pc:sldChg>
      <pc:sldChg chg="add del">
        <pc:chgData name="MOUTHON Michael" userId="8c334b0a-b49f-4369-8718-e8d262ea2547" providerId="ADAL" clId="{0656EAEB-C968-4640-81BC-A6DA394904FE}" dt="2025-09-22T18:00:21.993" v="5884" actId="47"/>
        <pc:sldMkLst>
          <pc:docMk/>
          <pc:sldMk cId="201255399" sldId="332"/>
        </pc:sldMkLst>
      </pc:sldChg>
      <pc:sldChg chg="addSp delSp modSp new mod">
        <pc:chgData name="MOUTHON Michael" userId="8c334b0a-b49f-4369-8718-e8d262ea2547" providerId="ADAL" clId="{0656EAEB-C968-4640-81BC-A6DA394904FE}" dt="2025-09-28T08:41:54.670" v="10012" actId="478"/>
        <pc:sldMkLst>
          <pc:docMk/>
          <pc:sldMk cId="3885581020" sldId="332"/>
        </pc:sldMkLst>
        <pc:spChg chg="mod">
          <ac:chgData name="MOUTHON Michael" userId="8c334b0a-b49f-4369-8718-e8d262ea2547" providerId="ADAL" clId="{0656EAEB-C968-4640-81BC-A6DA394904FE}" dt="2025-09-22T18:59:16.195" v="6508" actId="20577"/>
          <ac:spMkLst>
            <pc:docMk/>
            <pc:sldMk cId="3885581020" sldId="332"/>
            <ac:spMk id="2" creationId="{96D3683B-5B0F-E91E-C72C-396E180D06F2}"/>
          </ac:spMkLst>
        </pc:spChg>
        <pc:spChg chg="mod">
          <ac:chgData name="MOUTHON Michael" userId="8c334b0a-b49f-4369-8718-e8d262ea2547" providerId="ADAL" clId="{0656EAEB-C968-4640-81BC-A6DA394904FE}" dt="2025-09-22T19:56:19.230" v="6895" actId="27636"/>
          <ac:spMkLst>
            <pc:docMk/>
            <pc:sldMk cId="3885581020" sldId="332"/>
            <ac:spMk id="3" creationId="{45F69F80-DCF4-583B-9ED2-D1668B50FFBA}"/>
          </ac:spMkLst>
        </pc:spChg>
        <pc:spChg chg="add mod">
          <ac:chgData name="MOUTHON Michael" userId="8c334b0a-b49f-4369-8718-e8d262ea2547" providerId="ADAL" clId="{0656EAEB-C968-4640-81BC-A6DA394904FE}" dt="2025-09-28T08:41:11.093" v="10011" actId="20577"/>
          <ac:spMkLst>
            <pc:docMk/>
            <pc:sldMk cId="3885581020" sldId="332"/>
            <ac:spMk id="4" creationId="{8E72B170-0751-D416-182F-5584EAEFF2C3}"/>
          </ac:spMkLst>
        </pc:spChg>
        <pc:spChg chg="add del mod">
          <ac:chgData name="MOUTHON Michael" userId="8c334b0a-b49f-4369-8718-e8d262ea2547" providerId="ADAL" clId="{0656EAEB-C968-4640-81BC-A6DA394904FE}" dt="2025-09-28T08:41:54.670" v="10012" actId="478"/>
          <ac:spMkLst>
            <pc:docMk/>
            <pc:sldMk cId="3885581020" sldId="332"/>
            <ac:spMk id="5" creationId="{45322218-1DA8-9946-9A85-92196291E700}"/>
          </ac:spMkLst>
        </pc:spChg>
      </pc:sldChg>
      <pc:sldChg chg="add del">
        <pc:chgData name="MOUTHON Michael" userId="8c334b0a-b49f-4369-8718-e8d262ea2547" providerId="ADAL" clId="{0656EAEB-C968-4640-81BC-A6DA394904FE}" dt="2025-09-22T18:00:21.993" v="5884" actId="47"/>
        <pc:sldMkLst>
          <pc:docMk/>
          <pc:sldMk cId="954794943" sldId="333"/>
        </pc:sldMkLst>
      </pc:sldChg>
      <pc:sldChg chg="addSp delSp modSp new mod">
        <pc:chgData name="MOUTHON Michael" userId="8c334b0a-b49f-4369-8718-e8d262ea2547" providerId="ADAL" clId="{0656EAEB-C968-4640-81BC-A6DA394904FE}" dt="2025-09-23T19:55:23.262" v="8472" actId="20577"/>
        <pc:sldMkLst>
          <pc:docMk/>
          <pc:sldMk cId="3129144825" sldId="333"/>
        </pc:sldMkLst>
        <pc:spChg chg="mod">
          <ac:chgData name="MOUTHON Michael" userId="8c334b0a-b49f-4369-8718-e8d262ea2547" providerId="ADAL" clId="{0656EAEB-C968-4640-81BC-A6DA394904FE}" dt="2025-09-23T19:03:04.957" v="7648" actId="20577"/>
          <ac:spMkLst>
            <pc:docMk/>
            <pc:sldMk cId="3129144825" sldId="333"/>
            <ac:spMk id="2" creationId="{453F1C09-CECE-1899-A827-E298C58A2D5B}"/>
          </ac:spMkLst>
        </pc:spChg>
        <pc:spChg chg="add mod">
          <ac:chgData name="MOUTHON Michael" userId="8c334b0a-b49f-4369-8718-e8d262ea2547" providerId="ADAL" clId="{0656EAEB-C968-4640-81BC-A6DA394904FE}" dt="2025-09-23T19:13:05.046" v="7849" actId="1076"/>
          <ac:spMkLst>
            <pc:docMk/>
            <pc:sldMk cId="3129144825" sldId="333"/>
            <ac:spMk id="10" creationId="{F649809E-7268-0321-600A-B289BD002895}"/>
          </ac:spMkLst>
        </pc:spChg>
        <pc:spChg chg="add mod">
          <ac:chgData name="MOUTHON Michael" userId="8c334b0a-b49f-4369-8718-e8d262ea2547" providerId="ADAL" clId="{0656EAEB-C968-4640-81BC-A6DA394904FE}" dt="2025-09-23T19:50:17.246" v="8338" actId="1076"/>
          <ac:spMkLst>
            <pc:docMk/>
            <pc:sldMk cId="3129144825" sldId="333"/>
            <ac:spMk id="13" creationId="{6BC29BCA-4DEC-16D9-A89C-A096CC1250A2}"/>
          </ac:spMkLst>
        </pc:spChg>
        <pc:spChg chg="add mod">
          <ac:chgData name="MOUTHON Michael" userId="8c334b0a-b49f-4369-8718-e8d262ea2547" providerId="ADAL" clId="{0656EAEB-C968-4640-81BC-A6DA394904FE}" dt="2025-09-23T19:53:21.844" v="8379" actId="1076"/>
          <ac:spMkLst>
            <pc:docMk/>
            <pc:sldMk cId="3129144825" sldId="333"/>
            <ac:spMk id="16" creationId="{A7F44331-E55E-C166-23F0-A089E4C47CDC}"/>
          </ac:spMkLst>
        </pc:spChg>
        <pc:spChg chg="add mod">
          <ac:chgData name="MOUTHON Michael" userId="8c334b0a-b49f-4369-8718-e8d262ea2547" providerId="ADAL" clId="{0656EAEB-C968-4640-81BC-A6DA394904FE}" dt="2025-09-23T19:54:34.703" v="8406" actId="1076"/>
          <ac:spMkLst>
            <pc:docMk/>
            <pc:sldMk cId="3129144825" sldId="333"/>
            <ac:spMk id="17" creationId="{A9A47469-1F44-B583-06EF-1996EF7F907A}"/>
          </ac:spMkLst>
        </pc:spChg>
        <pc:spChg chg="add mod">
          <ac:chgData name="MOUTHON Michael" userId="8c334b0a-b49f-4369-8718-e8d262ea2547" providerId="ADAL" clId="{0656EAEB-C968-4640-81BC-A6DA394904FE}" dt="2025-09-23T19:54:38.786" v="8407" actId="1076"/>
          <ac:spMkLst>
            <pc:docMk/>
            <pc:sldMk cId="3129144825" sldId="333"/>
            <ac:spMk id="18" creationId="{9A43A96D-1123-59A9-210E-5B285E3FB80D}"/>
          </ac:spMkLst>
        </pc:spChg>
        <pc:spChg chg="add mod">
          <ac:chgData name="MOUTHON Michael" userId="8c334b0a-b49f-4369-8718-e8d262ea2547" providerId="ADAL" clId="{0656EAEB-C968-4640-81BC-A6DA394904FE}" dt="2025-09-23T19:55:23.262" v="8472" actId="20577"/>
          <ac:spMkLst>
            <pc:docMk/>
            <pc:sldMk cId="3129144825" sldId="333"/>
            <ac:spMk id="21" creationId="{1BEB534C-6C76-0561-42A2-AA11BB85999B}"/>
          </ac:spMkLst>
        </pc:spChg>
        <pc:picChg chg="add mod modCrop">
          <ac:chgData name="MOUTHON Michael" userId="8c334b0a-b49f-4369-8718-e8d262ea2547" providerId="ADAL" clId="{0656EAEB-C968-4640-81BC-A6DA394904FE}" dt="2025-09-23T19:04:09.645" v="7655" actId="732"/>
          <ac:picMkLst>
            <pc:docMk/>
            <pc:sldMk cId="3129144825" sldId="333"/>
            <ac:picMk id="7" creationId="{3A1159A3-3482-E80A-9996-503B40C47B5F}"/>
          </ac:picMkLst>
        </pc:picChg>
        <pc:picChg chg="add mod modCrop">
          <ac:chgData name="MOUTHON Michael" userId="8c334b0a-b49f-4369-8718-e8d262ea2547" providerId="ADAL" clId="{0656EAEB-C968-4640-81BC-A6DA394904FE}" dt="2025-09-23T19:04:24.271" v="7673" actId="1076"/>
          <ac:picMkLst>
            <pc:docMk/>
            <pc:sldMk cId="3129144825" sldId="333"/>
            <ac:picMk id="9" creationId="{E24A7C05-B3E7-C22C-E563-DD1AFC909AC1}"/>
          </ac:picMkLst>
        </pc:picChg>
        <pc:picChg chg="add mod modCrop">
          <ac:chgData name="MOUTHON Michael" userId="8c334b0a-b49f-4369-8718-e8d262ea2547" providerId="ADAL" clId="{0656EAEB-C968-4640-81BC-A6DA394904FE}" dt="2025-09-23T19:12:25.773" v="7797" actId="732"/>
          <ac:picMkLst>
            <pc:docMk/>
            <pc:sldMk cId="3129144825" sldId="333"/>
            <ac:picMk id="12" creationId="{80139907-7C80-972F-86FB-7E56401D2033}"/>
          </ac:picMkLst>
        </pc:picChg>
        <pc:picChg chg="add mod modCrop">
          <ac:chgData name="MOUTHON Michael" userId="8c334b0a-b49f-4369-8718-e8d262ea2547" providerId="ADAL" clId="{0656EAEB-C968-4640-81BC-A6DA394904FE}" dt="2025-09-23T19:54:30.422" v="8405" actId="1076"/>
          <ac:picMkLst>
            <pc:docMk/>
            <pc:sldMk cId="3129144825" sldId="333"/>
            <ac:picMk id="15" creationId="{DFD15745-0430-2DBA-D69C-59E05DC4C22D}"/>
          </ac:picMkLst>
        </pc:picChg>
        <pc:picChg chg="add mod modCrop">
          <ac:chgData name="MOUTHON Michael" userId="8c334b0a-b49f-4369-8718-e8d262ea2547" providerId="ADAL" clId="{0656EAEB-C968-4640-81BC-A6DA394904FE}" dt="2025-09-23T19:54:27.513" v="8404" actId="1076"/>
          <ac:picMkLst>
            <pc:docMk/>
            <pc:sldMk cId="3129144825" sldId="333"/>
            <ac:picMk id="20" creationId="{C920AEE5-2425-A005-8CD0-F3CAE1A2EA8D}"/>
          </ac:picMkLst>
        </pc:picChg>
      </pc:sldChg>
      <pc:sldChg chg="addSp delSp modSp new mod">
        <pc:chgData name="MOUTHON Michael" userId="8c334b0a-b49f-4369-8718-e8d262ea2547" providerId="ADAL" clId="{0656EAEB-C968-4640-81BC-A6DA394904FE}" dt="2025-09-23T19:28:00.143" v="8037" actId="1076"/>
        <pc:sldMkLst>
          <pc:docMk/>
          <pc:sldMk cId="314510527" sldId="334"/>
        </pc:sldMkLst>
        <pc:spChg chg="mod">
          <ac:chgData name="MOUTHON Michael" userId="8c334b0a-b49f-4369-8718-e8d262ea2547" providerId="ADAL" clId="{0656EAEB-C968-4640-81BC-A6DA394904FE}" dt="2025-09-23T19:15:07.892" v="7958" actId="20577"/>
          <ac:spMkLst>
            <pc:docMk/>
            <pc:sldMk cId="314510527" sldId="334"/>
            <ac:spMk id="2" creationId="{C969F7B6-2258-A6C2-7419-0F06C65FD1B5}"/>
          </ac:spMkLst>
        </pc:spChg>
        <pc:spChg chg="add mod">
          <ac:chgData name="MOUTHON Michael" userId="8c334b0a-b49f-4369-8718-e8d262ea2547" providerId="ADAL" clId="{0656EAEB-C968-4640-81BC-A6DA394904FE}" dt="2025-09-23T19:16:22.756" v="7974" actId="1076"/>
          <ac:spMkLst>
            <pc:docMk/>
            <pc:sldMk cId="314510527" sldId="334"/>
            <ac:spMk id="4" creationId="{23E9E77B-09DC-1DAA-6244-8B13A6A7800A}"/>
          </ac:spMkLst>
        </pc:spChg>
        <pc:spChg chg="add mod">
          <ac:chgData name="MOUTHON Michael" userId="8c334b0a-b49f-4369-8718-e8d262ea2547" providerId="ADAL" clId="{0656EAEB-C968-4640-81BC-A6DA394904FE}" dt="2025-09-23T19:26:47.703" v="7992" actId="1076"/>
          <ac:spMkLst>
            <pc:docMk/>
            <pc:sldMk cId="314510527" sldId="334"/>
            <ac:spMk id="5" creationId="{8404F877-A74F-3DE1-213A-45D8668AB71A}"/>
          </ac:spMkLst>
        </pc:spChg>
        <pc:spChg chg="add mod">
          <ac:chgData name="MOUTHON Michael" userId="8c334b0a-b49f-4369-8718-e8d262ea2547" providerId="ADAL" clId="{0656EAEB-C968-4640-81BC-A6DA394904FE}" dt="2025-09-23T19:26:42.802" v="7991" actId="1582"/>
          <ac:spMkLst>
            <pc:docMk/>
            <pc:sldMk cId="314510527" sldId="334"/>
            <ac:spMk id="8" creationId="{6F88C9F3-F8FF-6D08-DEC2-CF1CF156C36A}"/>
          </ac:spMkLst>
        </pc:spChg>
        <pc:spChg chg="add mod">
          <ac:chgData name="MOUTHON Michael" userId="8c334b0a-b49f-4369-8718-e8d262ea2547" providerId="ADAL" clId="{0656EAEB-C968-4640-81BC-A6DA394904FE}" dt="2025-09-23T19:26:58.191" v="8000" actId="20577"/>
          <ac:spMkLst>
            <pc:docMk/>
            <pc:sldMk cId="314510527" sldId="334"/>
            <ac:spMk id="9" creationId="{68FA78BE-CC03-6A82-A894-7E1E5B97C3B7}"/>
          </ac:spMkLst>
        </pc:spChg>
        <pc:spChg chg="add mod">
          <ac:chgData name="MOUTHON Michael" userId="8c334b0a-b49f-4369-8718-e8d262ea2547" providerId="ADAL" clId="{0656EAEB-C968-4640-81BC-A6DA394904FE}" dt="2025-09-23T19:27:38.704" v="8004" actId="1076"/>
          <ac:spMkLst>
            <pc:docMk/>
            <pc:sldMk cId="314510527" sldId="334"/>
            <ac:spMk id="12" creationId="{849A82AB-A2AD-6447-6966-406D66A53BCD}"/>
          </ac:spMkLst>
        </pc:spChg>
        <pc:spChg chg="add mod">
          <ac:chgData name="MOUTHON Michael" userId="8c334b0a-b49f-4369-8718-e8d262ea2547" providerId="ADAL" clId="{0656EAEB-C968-4640-81BC-A6DA394904FE}" dt="2025-09-23T19:28:00.143" v="8037" actId="1076"/>
          <ac:spMkLst>
            <pc:docMk/>
            <pc:sldMk cId="314510527" sldId="334"/>
            <ac:spMk id="13" creationId="{D8FBD640-8F32-48F7-70C9-E02FCA5A8E7D}"/>
          </ac:spMkLst>
        </pc:spChg>
        <pc:picChg chg="add mod">
          <ac:chgData name="MOUTHON Michael" userId="8c334b0a-b49f-4369-8718-e8d262ea2547" providerId="ADAL" clId="{0656EAEB-C968-4640-81BC-A6DA394904FE}" dt="2025-09-23T19:26:18.062" v="7987" actId="1076"/>
          <ac:picMkLst>
            <pc:docMk/>
            <pc:sldMk cId="314510527" sldId="334"/>
            <ac:picMk id="7" creationId="{5BA5FBE0-2C7D-B9BD-43DF-1C332BA2BA45}"/>
          </ac:picMkLst>
        </pc:picChg>
        <pc:picChg chg="add mod">
          <ac:chgData name="MOUTHON Michael" userId="8c334b0a-b49f-4369-8718-e8d262ea2547" providerId="ADAL" clId="{0656EAEB-C968-4640-81BC-A6DA394904FE}" dt="2025-09-23T19:27:31.382" v="8002" actId="1076"/>
          <ac:picMkLst>
            <pc:docMk/>
            <pc:sldMk cId="314510527" sldId="334"/>
            <ac:picMk id="11" creationId="{7CA82A9F-23C6-9A82-E814-C68C9CAA25C2}"/>
          </ac:picMkLst>
        </pc:picChg>
      </pc:sldChg>
      <pc:sldChg chg="modSp add mod">
        <pc:chgData name="MOUTHON Michael" userId="8c334b0a-b49f-4369-8718-e8d262ea2547" providerId="ADAL" clId="{0656EAEB-C968-4640-81BC-A6DA394904FE}" dt="2025-09-28T08:43:11.828" v="10014" actId="313"/>
        <pc:sldMkLst>
          <pc:docMk/>
          <pc:sldMk cId="1756934208" sldId="335"/>
        </pc:sldMkLst>
        <pc:spChg chg="mod">
          <ac:chgData name="MOUTHON Michael" userId="8c334b0a-b49f-4369-8718-e8d262ea2547" providerId="ADAL" clId="{0656EAEB-C968-4640-81BC-A6DA394904FE}" dt="2025-09-23T19:28:20.911" v="8040" actId="20577"/>
          <ac:spMkLst>
            <pc:docMk/>
            <pc:sldMk cId="1756934208" sldId="335"/>
            <ac:spMk id="2" creationId="{E9CB4549-3727-2498-9384-2A988AF71BE5}"/>
          </ac:spMkLst>
        </pc:spChg>
        <pc:spChg chg="mod">
          <ac:chgData name="MOUTHON Michael" userId="8c334b0a-b49f-4369-8718-e8d262ea2547" providerId="ADAL" clId="{0656EAEB-C968-4640-81BC-A6DA394904FE}" dt="2025-09-28T08:43:11.828" v="10014" actId="313"/>
          <ac:spMkLst>
            <pc:docMk/>
            <pc:sldMk cId="1756934208" sldId="335"/>
            <ac:spMk id="3" creationId="{B61E799B-40DF-C17D-E43A-6E4EE5F895CA}"/>
          </ac:spMkLst>
        </pc:spChg>
      </pc:sldChg>
      <pc:sldChg chg="addSp delSp modSp new del mod">
        <pc:chgData name="MOUTHON Michael" userId="8c334b0a-b49f-4369-8718-e8d262ea2547" providerId="ADAL" clId="{0656EAEB-C968-4640-81BC-A6DA394904FE}" dt="2025-09-23T19:49:33.138" v="8337" actId="47"/>
        <pc:sldMkLst>
          <pc:docMk/>
          <pc:sldMk cId="1324001582" sldId="336"/>
        </pc:sldMkLst>
      </pc:sldChg>
      <pc:sldChg chg="addSp modSp new mod ord">
        <pc:chgData name="MOUTHON Michael" userId="8c334b0a-b49f-4369-8718-e8d262ea2547" providerId="ADAL" clId="{0656EAEB-C968-4640-81BC-A6DA394904FE}" dt="2025-09-23T20:02:21.498" v="8536"/>
        <pc:sldMkLst>
          <pc:docMk/>
          <pc:sldMk cId="2123405104" sldId="336"/>
        </pc:sldMkLst>
        <pc:spChg chg="mod">
          <ac:chgData name="MOUTHON Michael" userId="8c334b0a-b49f-4369-8718-e8d262ea2547" providerId="ADAL" clId="{0656EAEB-C968-4640-81BC-A6DA394904FE}" dt="2025-09-23T19:56:38.142" v="8511" actId="20577"/>
          <ac:spMkLst>
            <pc:docMk/>
            <pc:sldMk cId="2123405104" sldId="336"/>
            <ac:spMk id="2" creationId="{AE82CE13-C2F1-260E-873C-E79C29D575AF}"/>
          </ac:spMkLst>
        </pc:spChg>
        <pc:spChg chg="mod">
          <ac:chgData name="MOUTHON Michael" userId="8c334b0a-b49f-4369-8718-e8d262ea2547" providerId="ADAL" clId="{0656EAEB-C968-4640-81BC-A6DA394904FE}" dt="2025-09-23T19:59:21.648" v="8533" actId="20577"/>
          <ac:spMkLst>
            <pc:docMk/>
            <pc:sldMk cId="2123405104" sldId="336"/>
            <ac:spMk id="3" creationId="{66960315-4EC2-AD37-EFCD-EEA996B951B1}"/>
          </ac:spMkLst>
        </pc:spChg>
        <pc:spChg chg="add mod">
          <ac:chgData name="MOUTHON Michael" userId="8c334b0a-b49f-4369-8718-e8d262ea2547" providerId="ADAL" clId="{0656EAEB-C968-4640-81BC-A6DA394904FE}" dt="2025-09-23T19:59:07.555" v="8532" actId="14100"/>
          <ac:spMkLst>
            <pc:docMk/>
            <pc:sldMk cId="2123405104" sldId="336"/>
            <ac:spMk id="4" creationId="{DA8F6F7F-B4F9-0D0F-E5DE-087428044A40}"/>
          </ac:spMkLst>
        </pc:spChg>
      </pc:sldChg>
      <pc:sldChg chg="modSp add mod">
        <pc:chgData name="MOUTHON Michael" userId="8c334b0a-b49f-4369-8718-e8d262ea2547" providerId="ADAL" clId="{0656EAEB-C968-4640-81BC-A6DA394904FE}" dt="2025-09-28T08:43:47.202" v="10017" actId="20577"/>
        <pc:sldMkLst>
          <pc:docMk/>
          <pc:sldMk cId="4070274816" sldId="337"/>
        </pc:sldMkLst>
        <pc:spChg chg="mod">
          <ac:chgData name="MOUTHON Michael" userId="8c334b0a-b49f-4369-8718-e8d262ea2547" providerId="ADAL" clId="{0656EAEB-C968-4640-81BC-A6DA394904FE}" dt="2025-09-25T19:06:51.801" v="8687" actId="20577"/>
          <ac:spMkLst>
            <pc:docMk/>
            <pc:sldMk cId="4070274816" sldId="337"/>
            <ac:spMk id="2" creationId="{CE0AD80F-C378-7B33-A387-0DD673732BA3}"/>
          </ac:spMkLst>
        </pc:spChg>
        <pc:spChg chg="mod">
          <ac:chgData name="MOUTHON Michael" userId="8c334b0a-b49f-4369-8718-e8d262ea2547" providerId="ADAL" clId="{0656EAEB-C968-4640-81BC-A6DA394904FE}" dt="2025-09-28T08:43:47.202" v="10017" actId="20577"/>
          <ac:spMkLst>
            <pc:docMk/>
            <pc:sldMk cId="4070274816" sldId="337"/>
            <ac:spMk id="3" creationId="{A59F6E8E-E94A-ECCA-0C2F-FD551762C5FF}"/>
          </ac:spMkLst>
        </pc:spChg>
      </pc:sldChg>
      <pc:sldChg chg="addSp delSp modSp new mod">
        <pc:chgData name="MOUTHON Michael" userId="8c334b0a-b49f-4369-8718-e8d262ea2547" providerId="ADAL" clId="{0656EAEB-C968-4640-81BC-A6DA394904FE}" dt="2025-09-28T08:16:39.547" v="9460" actId="20577"/>
        <pc:sldMkLst>
          <pc:docMk/>
          <pc:sldMk cId="908891423" sldId="338"/>
        </pc:sldMkLst>
        <pc:spChg chg="mod">
          <ac:chgData name="MOUTHON Michael" userId="8c334b0a-b49f-4369-8718-e8d262ea2547" providerId="ADAL" clId="{0656EAEB-C968-4640-81BC-A6DA394904FE}" dt="2025-09-28T08:06:28.911" v="9050" actId="20577"/>
          <ac:spMkLst>
            <pc:docMk/>
            <pc:sldMk cId="908891423" sldId="338"/>
            <ac:spMk id="2" creationId="{3B57E954-1315-809B-74F8-D29B3CA6046B}"/>
          </ac:spMkLst>
        </pc:spChg>
        <pc:spChg chg="del">
          <ac:chgData name="MOUTHON Michael" userId="8c334b0a-b49f-4369-8718-e8d262ea2547" providerId="ADAL" clId="{0656EAEB-C968-4640-81BC-A6DA394904FE}" dt="2025-09-28T08:06:25.770" v="9048" actId="478"/>
          <ac:spMkLst>
            <pc:docMk/>
            <pc:sldMk cId="908891423" sldId="338"/>
            <ac:spMk id="3" creationId="{9516D60E-6118-8089-463E-1A305C48CB4D}"/>
          </ac:spMkLst>
        </pc:spChg>
        <pc:spChg chg="add mod">
          <ac:chgData name="MOUTHON Michael" userId="8c334b0a-b49f-4369-8718-e8d262ea2547" providerId="ADAL" clId="{0656EAEB-C968-4640-81BC-A6DA394904FE}" dt="2025-09-28T08:10:30.844" v="9137" actId="207"/>
          <ac:spMkLst>
            <pc:docMk/>
            <pc:sldMk cId="908891423" sldId="338"/>
            <ac:spMk id="8" creationId="{9DC67330-40F3-FC6D-59CA-960035B79323}"/>
          </ac:spMkLst>
        </pc:spChg>
        <pc:spChg chg="add mod">
          <ac:chgData name="MOUTHON Michael" userId="8c334b0a-b49f-4369-8718-e8d262ea2547" providerId="ADAL" clId="{0656EAEB-C968-4640-81BC-A6DA394904FE}" dt="2025-09-28T08:15:54.522" v="9353" actId="20577"/>
          <ac:spMkLst>
            <pc:docMk/>
            <pc:sldMk cId="908891423" sldId="338"/>
            <ac:spMk id="9" creationId="{224D3AD4-FF0A-ED98-DD65-346154F1D44F}"/>
          </ac:spMkLst>
        </pc:spChg>
        <pc:spChg chg="add mod">
          <ac:chgData name="MOUTHON Michael" userId="8c334b0a-b49f-4369-8718-e8d262ea2547" providerId="ADAL" clId="{0656EAEB-C968-4640-81BC-A6DA394904FE}" dt="2025-09-28T08:16:39.547" v="9460" actId="20577"/>
          <ac:spMkLst>
            <pc:docMk/>
            <pc:sldMk cId="908891423" sldId="338"/>
            <ac:spMk id="10" creationId="{4B25BB91-8A97-08AE-C9A6-3116AFA0A516}"/>
          </ac:spMkLst>
        </pc:spChg>
        <pc:picChg chg="add mod modCrop">
          <ac:chgData name="MOUTHON Michael" userId="8c334b0a-b49f-4369-8718-e8d262ea2547" providerId="ADAL" clId="{0656EAEB-C968-4640-81BC-A6DA394904FE}" dt="2025-09-28T08:07:51.804" v="9054" actId="1076"/>
          <ac:picMkLst>
            <pc:docMk/>
            <pc:sldMk cId="908891423" sldId="338"/>
            <ac:picMk id="5" creationId="{F16408D4-1735-D85A-C425-94336D13DBDF}"/>
          </ac:picMkLst>
        </pc:picChg>
        <pc:picChg chg="add mod modCrop">
          <ac:chgData name="MOUTHON Michael" userId="8c334b0a-b49f-4369-8718-e8d262ea2547" providerId="ADAL" clId="{0656EAEB-C968-4640-81BC-A6DA394904FE}" dt="2025-09-28T08:08:19.936" v="9085" actId="1035"/>
          <ac:picMkLst>
            <pc:docMk/>
            <pc:sldMk cId="908891423" sldId="338"/>
            <ac:picMk id="7" creationId="{E1615328-6691-CC72-CCB6-097733B6614E}"/>
          </ac:picMkLst>
        </pc:picChg>
      </pc:sldChg>
      <pc:sldChg chg="modSp new mod">
        <pc:chgData name="MOUTHON Michael" userId="8c334b0a-b49f-4369-8718-e8d262ea2547" providerId="ADAL" clId="{0656EAEB-C968-4640-81BC-A6DA394904FE}" dt="2025-09-28T08:47:24.908" v="10309" actId="207"/>
        <pc:sldMkLst>
          <pc:docMk/>
          <pc:sldMk cId="715297529" sldId="339"/>
        </pc:sldMkLst>
        <pc:spChg chg="mod">
          <ac:chgData name="MOUTHON Michael" userId="8c334b0a-b49f-4369-8718-e8d262ea2547" providerId="ADAL" clId="{0656EAEB-C968-4640-81BC-A6DA394904FE}" dt="2025-09-28T08:44:22.558" v="10023" actId="20577"/>
          <ac:spMkLst>
            <pc:docMk/>
            <pc:sldMk cId="715297529" sldId="339"/>
            <ac:spMk id="2" creationId="{17E3349F-6FDB-0CF0-04E9-6E4C5406E543}"/>
          </ac:spMkLst>
        </pc:spChg>
        <pc:spChg chg="mod">
          <ac:chgData name="MOUTHON Michael" userId="8c334b0a-b49f-4369-8718-e8d262ea2547" providerId="ADAL" clId="{0656EAEB-C968-4640-81BC-A6DA394904FE}" dt="2025-09-28T08:47:24.908" v="10309" actId="207"/>
          <ac:spMkLst>
            <pc:docMk/>
            <pc:sldMk cId="715297529" sldId="339"/>
            <ac:spMk id="3" creationId="{BE94C86D-04E3-F95B-EED8-64F7B541AB2D}"/>
          </ac:spMkLst>
        </pc:spChg>
      </pc:sldChg>
      <pc:sldChg chg="modSp new mod">
        <pc:chgData name="MOUTHON Michael" userId="8c334b0a-b49f-4369-8718-e8d262ea2547" providerId="ADAL" clId="{0656EAEB-C968-4640-81BC-A6DA394904FE}" dt="2025-09-28T09:06:32.046" v="11207" actId="20577"/>
        <pc:sldMkLst>
          <pc:docMk/>
          <pc:sldMk cId="81089625" sldId="340"/>
        </pc:sldMkLst>
        <pc:spChg chg="mod">
          <ac:chgData name="MOUTHON Michael" userId="8c334b0a-b49f-4369-8718-e8d262ea2547" providerId="ADAL" clId="{0656EAEB-C968-4640-81BC-A6DA394904FE}" dt="2025-09-28T08:48:01.521" v="10356" actId="20577"/>
          <ac:spMkLst>
            <pc:docMk/>
            <pc:sldMk cId="81089625" sldId="340"/>
            <ac:spMk id="2" creationId="{7C83694B-676B-7555-0F07-CF2E47BCF4A7}"/>
          </ac:spMkLst>
        </pc:spChg>
        <pc:spChg chg="mod">
          <ac:chgData name="MOUTHON Michael" userId="8c334b0a-b49f-4369-8718-e8d262ea2547" providerId="ADAL" clId="{0656EAEB-C968-4640-81BC-A6DA394904FE}" dt="2025-09-28T09:06:32.046" v="11207" actId="20577"/>
          <ac:spMkLst>
            <pc:docMk/>
            <pc:sldMk cId="81089625" sldId="340"/>
            <ac:spMk id="3" creationId="{BE4A2FF1-0978-2D2B-2A9F-91FBDA48BC3C}"/>
          </ac:spMkLst>
        </pc:spChg>
      </pc:sldChg>
    </pc:docChg>
  </pc:docChgLst>
  <pc:docChgLst>
    <pc:chgData name="MOUTHON Michael" userId="8c334b0a-b49f-4369-8718-e8d262ea2547" providerId="ADAL" clId="{0783647C-A2B3-4CA7-A217-668F35A2A3F2}"/>
    <pc:docChg chg="custSel modSld">
      <pc:chgData name="MOUTHON Michael" userId="8c334b0a-b49f-4369-8718-e8d262ea2547" providerId="ADAL" clId="{0783647C-A2B3-4CA7-A217-668F35A2A3F2}" dt="2025-09-18T20:08:45.204" v="79" actId="20577"/>
      <pc:docMkLst>
        <pc:docMk/>
      </pc:docMkLst>
      <pc:sldChg chg="modSp mod">
        <pc:chgData name="MOUTHON Michael" userId="8c334b0a-b49f-4369-8718-e8d262ea2547" providerId="ADAL" clId="{0783647C-A2B3-4CA7-A217-668F35A2A3F2}" dt="2025-09-18T20:08:45.204" v="79" actId="20577"/>
        <pc:sldMkLst>
          <pc:docMk/>
          <pc:sldMk cId="533454176" sldId="308"/>
        </pc:sldMkLst>
        <pc:spChg chg="mod">
          <ac:chgData name="MOUTHON Michael" userId="8c334b0a-b49f-4369-8718-e8d262ea2547" providerId="ADAL" clId="{0783647C-A2B3-4CA7-A217-668F35A2A3F2}" dt="2025-09-18T20:08:45.204" v="79" actId="20577"/>
          <ac:spMkLst>
            <pc:docMk/>
            <pc:sldMk cId="533454176" sldId="308"/>
            <ac:spMk id="3" creationId="{776D2655-B35B-9E8A-1339-BE8732F0DC8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102FA-BD0D-4527-B0F3-028D90335BEE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D42762-72F2-46A9-99BB-5858366CF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0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8B586-30ED-4992-81CB-4758AD5AB7DE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66833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 de difference de peak: P45 est entre TF=169 et 246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8B586-30ED-4992-81CB-4758AD5AB7DE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73088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0392-28BD-B26E-728C-E8274AB0A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5F661-942B-44CB-233E-BE1E02221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9D794-1F50-67D5-790B-1C04B4A5A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FF62-8110-4E5B-9444-FF52BEC43877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E0E47-CD10-7505-7B2A-84743539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0AE02-15F6-0189-3CD8-2FE1A1669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602C-089C-4DB3-9054-A5837FCB7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34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36472-D870-9F7E-E7DD-7E73B3A6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C3C8F-16E8-C753-2E01-261BD996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0AF2A-7BF5-397B-7FB8-194BC841B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FF62-8110-4E5B-9444-FF52BEC43877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4CB7F-7514-626B-B232-BEE0AB47D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F301A-3F7A-FFAC-4A19-2CA36C41C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602C-089C-4DB3-9054-A5837FCB7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63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7594A-4A29-B694-EFD5-EECE4532F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C66DB-F190-5B76-205A-031E4106D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957AD-2FEE-479B-A47F-5C04C30BC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FF62-8110-4E5B-9444-FF52BEC43877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B3A8D-BA5D-0D74-4216-6EA3837C1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ABC3F-BE83-20AE-83DA-8AFBE26C0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602C-089C-4DB3-9054-A5837FCB7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41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9D1D9-6C20-F37E-B2F0-9243F7A3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A8A7A-EC74-88FC-4141-C888C35F4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02BD8-85FC-FBFF-34C6-0131587ED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592DD-2691-4779-2B68-6EC499332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FF62-8110-4E5B-9444-FF52BEC43877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2E7AA-CD4B-EB0A-9937-3DE33FAA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70593-68EE-1E33-D106-7CFB23502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602C-089C-4DB3-9054-A5837FCB7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58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49DDE-E829-E5C2-2B90-9A9255DC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509E1-6FFA-AA3D-56D2-9784ACF27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97477-D95D-D7E3-3797-367B43F33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DD26B8-6AB4-3907-5DE4-6F58C6A5DB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53E7E5-E4D7-D474-BD49-BD95DA979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EB441D-0518-1D13-461B-EB82E6CD7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FF62-8110-4E5B-9444-FF52BEC43877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39A1BE-57BB-BAF9-4996-CF92A60F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189AB-15AB-AB8F-BDF4-20CED5F0B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602C-089C-4DB3-9054-A5837FCB7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45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42D8-561C-1A29-AFEF-A30B49A5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E16555-D1C1-57C2-2ADE-56B4DABF2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FF62-8110-4E5B-9444-FF52BEC43877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04C86-F9A2-7FBB-179F-032A4E879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B90C9-8F14-25D7-96A6-E18B9192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602C-089C-4DB3-9054-A5837FCB7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15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9C4F0F-B646-1211-1362-7E11FBC0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FF62-8110-4E5B-9444-FF52BEC43877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35F7E-031E-E149-76CC-8A2C5A4DC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E6259-D495-09E1-BA1A-2E02F87D1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602C-089C-4DB3-9054-A5837FCB7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9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4536B-30D2-EF08-BF32-C5CD27D3C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841C5-B682-4B4C-7B5B-685221401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92F4C-BD3E-1C94-8DA2-0B29390DE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51F8D-FE6A-82CB-F811-C38BB001D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FF62-8110-4E5B-9444-FF52BEC43877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20A18-422A-82DA-5565-AF3368CA3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51F5E-17AB-EB77-D06E-93F7383A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602C-089C-4DB3-9054-A5837FCB7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95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7E99-758C-CC74-A041-17A1F052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954E5-6ED9-5BA2-AA4D-5DF99AA17C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9E619-2C97-3FF6-8184-0BD59F082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A1BA4-1475-B502-D78D-B19992AED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FF62-8110-4E5B-9444-FF52BEC43877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9E1C1-9E22-08E0-A56C-1FCF5CCD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A163D-7C53-EF97-05BF-ED338DDC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602C-089C-4DB3-9054-A5837FCB7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26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55BCF-9157-8B0B-2970-B9CB7B3A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B8F315-AEF2-E91B-B50E-BB161FB63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CC7B7-7ED7-500F-0315-C2FE56E81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FF62-8110-4E5B-9444-FF52BEC43877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B0B41-3EF7-4A7A-C579-21B94BD1A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A3AB3-84D3-E5EE-6A96-61059D85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602C-089C-4DB3-9054-A5837FCB7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94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AF4A6F-D513-78C5-E4BF-016F4FB7EB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F53F0-E642-8D9E-8128-0FBE31DA6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7E9A1-E6BF-D527-349F-57343B495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FF62-8110-4E5B-9444-FF52BEC43877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497C0-EADB-1E3F-13ED-5F0D1282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57D5E-8CDF-C6AC-EE42-F2B9BDC8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B602C-089C-4DB3-9054-A5837FCB7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2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CC986A-CCCF-C684-56BE-D2DE1AAFD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32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13283-2BC2-1F44-885F-D99A6A980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4082"/>
            <a:ext cx="10515600" cy="5092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54EDC-F21F-B030-D6D4-A3FB51883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2FF62-8110-4E5B-9444-FF52BEC43877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C42FF-27E0-5412-F282-3CB06DEEC9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3BF0-C9DF-57B2-E161-549C92979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B602C-089C-4DB3-9054-A5837FCB7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78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15B9E-96D8-E1E6-1BBB-EA4C93DAF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42146"/>
          </a:xfrm>
        </p:spPr>
        <p:txBody>
          <a:bodyPr/>
          <a:lstStyle/>
          <a:p>
            <a:r>
              <a:rPr lang="en-US" dirty="0"/>
              <a:t>Validation </a:t>
            </a:r>
            <a:r>
              <a:rPr lang="en-US" dirty="0" err="1"/>
              <a:t>EEGpal</a:t>
            </a:r>
            <a:r>
              <a:rPr lang="en-US" dirty="0"/>
              <a:t> v2.2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0F9E9-167D-C51A-C605-2D714D13D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6460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Michaël Mouthon</a:t>
            </a:r>
          </a:p>
          <a:p>
            <a:r>
              <a:rPr lang="en-US" dirty="0"/>
              <a:t>07.10.2026</a:t>
            </a:r>
          </a:p>
        </p:txBody>
      </p:sp>
    </p:spTree>
    <p:extLst>
      <p:ext uri="{BB962C8B-B14F-4D97-AF65-F5344CB8AC3E}">
        <p14:creationId xmlns:p14="http://schemas.microsoft.com/office/powerpoint/2010/main" val="4057702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0990-4E3A-4146-5C4B-50AECD3A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of the release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44EDA-8B8C-7A64-F83B-5322E206A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version 2.2 bring serval changes since version 2.0 (see release note). The last modification to test: </a:t>
            </a:r>
          </a:p>
          <a:p>
            <a:pPr>
              <a:buFontTx/>
              <a:buChar char="-"/>
            </a:pPr>
            <a:r>
              <a:rPr lang="en-US" dirty="0"/>
              <a:t>Permit to use the Reref twice in a batch (at the beginning and at the end)</a:t>
            </a:r>
          </a:p>
          <a:p>
            <a:pPr>
              <a:buFontTx/>
              <a:buChar char="-"/>
            </a:pPr>
            <a:r>
              <a:rPr lang="en-US" dirty="0"/>
              <a:t>Upgrade to EEGLAB 2026.1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5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C651B-C500-9E1C-FB23-7D13AE20B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endParaRPr lang="fr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91695-BCA9-4EED-AADB-563174413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H" dirty="0"/>
              <a:t>Participant HC dans le </a:t>
            </a:r>
            <a:r>
              <a:rPr lang="fr-CH" dirty="0" err="1"/>
              <a:t>dataset</a:t>
            </a:r>
            <a:r>
              <a:rPr lang="fr-CH" dirty="0"/>
              <a:t> FBI du </a:t>
            </a:r>
            <a:r>
              <a:rPr lang="fr-CH" dirty="0" err="1"/>
              <a:t>FNDlab</a:t>
            </a:r>
            <a:r>
              <a:rPr lang="fr-CH" dirty="0"/>
              <a:t>. </a:t>
            </a:r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r>
              <a:rPr lang="fr-CH" dirty="0"/>
              <a:t>Question: Recherche de différence entre les </a:t>
            </a:r>
            <a:r>
              <a:rPr lang="fr-CH" dirty="0" err="1"/>
              <a:t>peak</a:t>
            </a:r>
            <a:r>
              <a:rPr lang="fr-CH" dirty="0"/>
              <a:t> P45 entre condition </a:t>
            </a:r>
            <a:r>
              <a:rPr lang="fr-CH" dirty="0" err="1"/>
              <a:t>synch</a:t>
            </a:r>
            <a:r>
              <a:rPr lang="fr-CH" dirty="0"/>
              <a:t> et </a:t>
            </a:r>
            <a:r>
              <a:rPr lang="fr-CH" dirty="0" err="1"/>
              <a:t>asynch</a:t>
            </a:r>
            <a:r>
              <a:rPr lang="fr-CH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5589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92BF-52C2-3957-0271-394F070A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Pipline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16D87-9982-4CE1-DE39-E86D6A771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lphaLcParenR"/>
            </a:pPr>
            <a:r>
              <a:rPr lang="en-US" dirty="0"/>
              <a:t>Reref on </a:t>
            </a:r>
            <a:r>
              <a:rPr lang="en-US" dirty="0" err="1"/>
              <a:t>Cz</a:t>
            </a:r>
            <a:endParaRPr lang="en-US" dirty="0"/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Bridge detection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Filtering avec Algo de </a:t>
            </a:r>
            <a:r>
              <a:rPr lang="en-US" dirty="0" err="1"/>
              <a:t>eeglab</a:t>
            </a:r>
            <a:r>
              <a:rPr lang="en-US" dirty="0"/>
              <a:t> (pour </a:t>
            </a:r>
            <a:r>
              <a:rPr lang="en-US" dirty="0" err="1"/>
              <a:t>rassurer</a:t>
            </a:r>
            <a:r>
              <a:rPr lang="en-US" dirty="0"/>
              <a:t> les reviewers </a:t>
            </a:r>
            <a:r>
              <a:rPr lang="en-US" dirty="0" err="1"/>
              <a:t>mais</a:t>
            </a:r>
            <a:r>
              <a:rPr lang="en-US" dirty="0"/>
              <a:t> ne change rien aux </a:t>
            </a:r>
            <a:r>
              <a:rPr lang="en-US" dirty="0" err="1"/>
              <a:t>résultats</a:t>
            </a:r>
            <a:r>
              <a:rPr lang="en-US" dirty="0"/>
              <a:t>) : Bandpass 1 à 200 Hz (</a:t>
            </a:r>
            <a:r>
              <a:rPr lang="en-US" dirty="0" err="1"/>
              <a:t>comme</a:t>
            </a:r>
            <a:r>
              <a:rPr lang="en-US" dirty="0"/>
              <a:t> dans </a:t>
            </a:r>
            <a:r>
              <a:rPr lang="en-US" dirty="0" err="1"/>
              <a:t>l’article</a:t>
            </a:r>
            <a:r>
              <a:rPr lang="en-US" dirty="0"/>
              <a:t> de ref)</a:t>
            </a:r>
            <a:br>
              <a:rPr lang="en-US" dirty="0"/>
            </a:br>
            <a:r>
              <a:rPr lang="en-US" dirty="0" err="1"/>
              <a:t>Utilisation</a:t>
            </a:r>
            <a:r>
              <a:rPr lang="en-US" dirty="0"/>
              <a:t> de </a:t>
            </a:r>
            <a:r>
              <a:rPr lang="en-US" dirty="0" err="1"/>
              <a:t>CleanLine</a:t>
            </a:r>
            <a:r>
              <a:rPr lang="en-US" dirty="0"/>
              <a:t> pour </a:t>
            </a:r>
            <a:r>
              <a:rPr lang="en-US" dirty="0" err="1"/>
              <a:t>éliminer</a:t>
            </a:r>
            <a:r>
              <a:rPr lang="en-US" dirty="0"/>
              <a:t> le 50Hz (pas le choix avec </a:t>
            </a:r>
            <a:r>
              <a:rPr lang="en-US" dirty="0" err="1"/>
              <a:t>eeglab</a:t>
            </a:r>
            <a:r>
              <a:rPr lang="en-US" dirty="0"/>
              <a:t>). Avec de ASR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ICA decomposition </a:t>
            </a:r>
            <a:r>
              <a:rPr lang="en-US" dirty="0" err="1"/>
              <a:t>en</a:t>
            </a:r>
            <a:r>
              <a:rPr lang="en-US" dirty="0"/>
              <a:t> retirant les bad channels (</a:t>
            </a:r>
            <a:r>
              <a:rPr lang="en-US" dirty="0" err="1"/>
              <a:t>mais</a:t>
            </a:r>
            <a:r>
              <a:rPr lang="en-US" dirty="0"/>
              <a:t> je laisse des </a:t>
            </a:r>
            <a:r>
              <a:rPr lang="en-US" dirty="0" err="1"/>
              <a:t>électrodes</a:t>
            </a:r>
            <a:r>
              <a:rPr lang="en-US" dirty="0"/>
              <a:t> avec artefact de stim pour les </a:t>
            </a:r>
            <a:r>
              <a:rPr lang="en-US" dirty="0" err="1"/>
              <a:t>supprimer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ICA après)+ </a:t>
            </a:r>
            <a:r>
              <a:rPr lang="en-US" dirty="0" err="1"/>
              <a:t>Cz</a:t>
            </a:r>
            <a:r>
              <a:rPr lang="en-US" dirty="0"/>
              <a:t>. </a:t>
            </a:r>
            <a:r>
              <a:rPr lang="en-US" dirty="0" err="1"/>
              <a:t>Supression</a:t>
            </a:r>
            <a:r>
              <a:rPr lang="en-US" dirty="0"/>
              <a:t> des </a:t>
            </a:r>
            <a:r>
              <a:rPr lang="en-US" dirty="0" err="1"/>
              <a:t>composante</a:t>
            </a:r>
            <a:r>
              <a:rPr lang="en-US" dirty="0"/>
              <a:t> eye </a:t>
            </a:r>
            <a:r>
              <a:rPr lang="en-US" dirty="0" err="1"/>
              <a:t>horizontaux</a:t>
            </a:r>
            <a:r>
              <a:rPr lang="en-US" dirty="0"/>
              <a:t> et </a:t>
            </a:r>
            <a:r>
              <a:rPr lang="en-US" dirty="0" err="1"/>
              <a:t>verticaux</a:t>
            </a:r>
            <a:r>
              <a:rPr lang="en-US" dirty="0"/>
              <a:t> à 90% + muscle à plus de 90%. 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Interpolation EEGLAB des bad channels </a:t>
            </a:r>
            <a:r>
              <a:rPr lang="en-US" dirty="0" err="1"/>
              <a:t>celon</a:t>
            </a:r>
            <a:r>
              <a:rPr lang="en-US" dirty="0"/>
              <a:t> preprocessing </a:t>
            </a:r>
            <a:r>
              <a:rPr lang="en-US" dirty="0" err="1"/>
              <a:t>précédents</a:t>
            </a:r>
            <a:endParaRPr lang="en-US" dirty="0"/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Reref sur Avg</a:t>
            </a:r>
          </a:p>
          <a:p>
            <a:pPr marL="457200" indent="-457200">
              <a:buFont typeface="+mj-lt"/>
              <a:buAutoNum type="alphaLcParenR"/>
            </a:pPr>
            <a:r>
              <a:rPr lang="en-US" dirty="0" err="1"/>
              <a:t>Epoching</a:t>
            </a:r>
            <a:r>
              <a:rPr lang="en-US" dirty="0"/>
              <a:t> : </a:t>
            </a:r>
            <a:r>
              <a:rPr lang="en-US" sz="2100" dirty="0"/>
              <a:t>Epochs -50 à 100ms </a:t>
            </a:r>
            <a:r>
              <a:rPr lang="en-US" sz="2100" dirty="0" err="1"/>
              <a:t>autour</a:t>
            </a:r>
            <a:r>
              <a:rPr lang="en-US" sz="2100" dirty="0"/>
              <a:t> de la stim avec pre-baseline correction -50 à 0. </a:t>
            </a:r>
            <a:r>
              <a:rPr lang="en-US" sz="2100" dirty="0" err="1"/>
              <a:t>Commencé</a:t>
            </a:r>
            <a:r>
              <a:rPr lang="en-US" sz="2100" dirty="0"/>
              <a:t> avec un Rejection threshold à 100 </a:t>
            </a:r>
            <a:r>
              <a:rPr lang="en-US" sz="2100" dirty="0" err="1"/>
              <a:t>uV</a:t>
            </a:r>
            <a:r>
              <a:rPr lang="en-US" sz="2100" dirty="0"/>
              <a:t> et </a:t>
            </a:r>
            <a:r>
              <a:rPr lang="en-US" sz="2100" dirty="0" err="1"/>
              <a:t>adapté</a:t>
            </a:r>
            <a:r>
              <a:rPr lang="en-US" sz="2100" dirty="0"/>
              <a:t> </a:t>
            </a:r>
            <a:r>
              <a:rPr lang="en-US" sz="2100" dirty="0" err="1"/>
              <a:t>cette</a:t>
            </a:r>
            <a:r>
              <a:rPr lang="en-US" sz="2100" dirty="0"/>
              <a:t> </a:t>
            </a:r>
            <a:r>
              <a:rPr lang="en-US" sz="2100" dirty="0" err="1"/>
              <a:t>limite</a:t>
            </a:r>
            <a:r>
              <a:rPr lang="en-US" sz="2100" dirty="0"/>
              <a:t> à </a:t>
            </a:r>
            <a:r>
              <a:rPr lang="en-US" sz="2100" dirty="0" err="1"/>
              <a:t>une</a:t>
            </a:r>
            <a:r>
              <a:rPr lang="en-US" sz="2100" dirty="0"/>
              <a:t> </a:t>
            </a:r>
            <a:r>
              <a:rPr lang="en-US" sz="2100" dirty="0" err="1"/>
              <a:t>valeur</a:t>
            </a:r>
            <a:r>
              <a:rPr lang="en-US" sz="2100" dirty="0"/>
              <a:t> plus haute pour </a:t>
            </a:r>
            <a:r>
              <a:rPr lang="en-US" sz="2100" dirty="0" err="1"/>
              <a:t>avoir</a:t>
            </a:r>
            <a:r>
              <a:rPr lang="en-US" sz="2100" dirty="0"/>
              <a:t> 20% de rejection. </a:t>
            </a:r>
            <a:r>
              <a:rPr lang="en-US" sz="2100" dirty="0" err="1"/>
              <a:t>Donc</a:t>
            </a:r>
            <a:r>
              <a:rPr lang="en-US" sz="2100" dirty="0"/>
              <a:t> il </a:t>
            </a:r>
            <a:r>
              <a:rPr lang="en-US" sz="2100" dirty="0" err="1"/>
              <a:t>faudra</a:t>
            </a:r>
            <a:r>
              <a:rPr lang="en-US" sz="2100" dirty="0"/>
              <a:t> faire des </a:t>
            </a:r>
            <a:r>
              <a:rPr lang="en-US" sz="2100" dirty="0" err="1"/>
              <a:t>Epoching</a:t>
            </a:r>
            <a:r>
              <a:rPr lang="en-US" sz="2100" dirty="0"/>
              <a:t> </a:t>
            </a:r>
            <a:r>
              <a:rPr lang="en-US" sz="2100" dirty="0" err="1"/>
              <a:t>spécifique</a:t>
            </a:r>
            <a:r>
              <a:rPr lang="en-US" sz="2100" dirty="0"/>
              <a:t> pour </a:t>
            </a:r>
            <a:r>
              <a:rPr lang="en-US" sz="2100" dirty="0" err="1"/>
              <a:t>chaque</a:t>
            </a:r>
            <a:r>
              <a:rPr lang="en-US" sz="2100" dirty="0"/>
              <a:t> participant au </a:t>
            </a:r>
            <a:r>
              <a:rPr lang="en-US" sz="2100" dirty="0" err="1"/>
              <a:t>besoins</a:t>
            </a:r>
            <a:r>
              <a:rPr lang="en-US" sz="2100" dirty="0"/>
              <a:t>. </a:t>
            </a:r>
          </a:p>
          <a:p>
            <a:pPr marL="457200" indent="-457200">
              <a:buFont typeface="+mj-lt"/>
              <a:buAutoNum type="alphaLcParenR"/>
            </a:pPr>
            <a:endParaRPr lang="en-US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125083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E62E-A806-1D2D-577F-DC7A91DC7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Comparison of A13 between processing1 et processing4 (</a:t>
            </a:r>
            <a:r>
              <a:rPr lang="fr-FR" sz="3200" dirty="0"/>
              <a:t>Black = </a:t>
            </a:r>
            <a:r>
              <a:rPr lang="fr-FR" sz="3200" dirty="0" err="1"/>
              <a:t>processing</a:t>
            </a:r>
            <a:r>
              <a:rPr lang="fr-FR" sz="3200" dirty="0"/>
              <a:t> 1 et </a:t>
            </a:r>
            <a:r>
              <a:rPr lang="fr-FR" sz="3200" dirty="0" err="1">
                <a:solidFill>
                  <a:srgbClr val="FF0000"/>
                </a:solidFill>
              </a:rPr>
              <a:t>red</a:t>
            </a:r>
            <a:r>
              <a:rPr lang="fr-FR" sz="3200" dirty="0"/>
              <a:t> = </a:t>
            </a:r>
            <a:r>
              <a:rPr lang="fr-FR" sz="3200" dirty="0" err="1"/>
              <a:t>processing</a:t>
            </a:r>
            <a:r>
              <a:rPr lang="fr-FR" sz="3200" dirty="0"/>
              <a:t> 2)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ADC99-A972-8AFB-00A5-01C901B870EE}"/>
              </a:ext>
            </a:extLst>
          </p:cNvPr>
          <p:cNvSpPr txBox="1"/>
          <p:nvPr/>
        </p:nvSpPr>
        <p:spPr>
          <a:xfrm>
            <a:off x="344120" y="784079"/>
            <a:ext cx="1328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Card Synch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05C801C-FEAE-AB76-165C-9B1AE662F6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532"/>
          <a:stretch>
            <a:fillRect/>
          </a:stretch>
        </p:blipFill>
        <p:spPr>
          <a:xfrm>
            <a:off x="0" y="3531840"/>
            <a:ext cx="12192000" cy="1493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312088-47E4-177B-0940-2241DADCDD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926" b="32751"/>
          <a:stretch>
            <a:fillRect/>
          </a:stretch>
        </p:blipFill>
        <p:spPr>
          <a:xfrm>
            <a:off x="0" y="1153411"/>
            <a:ext cx="12192000" cy="2379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8AA9F3-01F2-550D-B085-41328EA34A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324" b="31112"/>
          <a:stretch>
            <a:fillRect/>
          </a:stretch>
        </p:blipFill>
        <p:spPr>
          <a:xfrm>
            <a:off x="0" y="3902386"/>
            <a:ext cx="12192000" cy="28178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8A1C02-6A65-F68E-1B01-BC0A6D8542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532"/>
          <a:stretch>
            <a:fillRect/>
          </a:stretch>
        </p:blipFill>
        <p:spPr>
          <a:xfrm>
            <a:off x="0" y="6708637"/>
            <a:ext cx="12192000" cy="1493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BB021A-E8A9-A9AB-195C-0295725CCF26}"/>
              </a:ext>
            </a:extLst>
          </p:cNvPr>
          <p:cNvSpPr txBox="1"/>
          <p:nvPr/>
        </p:nvSpPr>
        <p:spPr>
          <a:xfrm>
            <a:off x="344120" y="3606521"/>
            <a:ext cx="1446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Card </a:t>
            </a:r>
            <a:r>
              <a:rPr lang="en-US" dirty="0" err="1"/>
              <a:t>Asynch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70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C6B50-C6CE-04DC-40D7-E5A07BB1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entre les </a:t>
            </a:r>
            <a:r>
              <a:rPr lang="fr-FR" dirty="0" err="1"/>
              <a:t>processing</a:t>
            </a:r>
            <a:r>
              <a:rPr lang="fr-FR" dirty="0"/>
              <a:t>: P45 </a:t>
            </a:r>
            <a:r>
              <a:rPr lang="fr-FR" dirty="0" err="1"/>
              <a:t>detection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877C95-4218-2889-0708-215B57CD8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28" y="1123703"/>
            <a:ext cx="4750172" cy="31554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C0A7D4-D3B4-D316-5E2B-43EE4501E58A}"/>
              </a:ext>
            </a:extLst>
          </p:cNvPr>
          <p:cNvSpPr txBox="1"/>
          <p:nvPr/>
        </p:nvSpPr>
        <p:spPr>
          <a:xfrm>
            <a:off x="139328" y="754371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Amplitude</a:t>
            </a:r>
            <a:endParaRPr lang="LID409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604F4-2941-CE70-E8D0-F640ACC79628}"/>
              </a:ext>
            </a:extLst>
          </p:cNvPr>
          <p:cNvSpPr/>
          <p:nvPr/>
        </p:nvSpPr>
        <p:spPr>
          <a:xfrm>
            <a:off x="4373880" y="1767840"/>
            <a:ext cx="449580" cy="7391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A4A414-B3E7-4AAB-73AD-3F80279AEF80}"/>
              </a:ext>
            </a:extLst>
          </p:cNvPr>
          <p:cNvSpPr txBox="1"/>
          <p:nvPr/>
        </p:nvSpPr>
        <p:spPr>
          <a:xfrm>
            <a:off x="7034051" y="722105"/>
            <a:ext cx="985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Position</a:t>
            </a:r>
            <a:endParaRPr lang="LID409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1C61C3-DBBA-FAEE-F0DA-1A773BC30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091437"/>
            <a:ext cx="4579345" cy="327893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ED98C66-4399-D633-7779-7F0E343D7039}"/>
              </a:ext>
            </a:extLst>
          </p:cNvPr>
          <p:cNvSpPr/>
          <p:nvPr/>
        </p:nvSpPr>
        <p:spPr>
          <a:xfrm>
            <a:off x="10225764" y="1677869"/>
            <a:ext cx="449580" cy="7391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BAEB5F-40E9-E51C-ABBC-15CBE8A0B045}"/>
              </a:ext>
            </a:extLst>
          </p:cNvPr>
          <p:cNvSpPr txBox="1"/>
          <p:nvPr/>
        </p:nvSpPr>
        <p:spPr>
          <a:xfrm>
            <a:off x="264405" y="4538949"/>
            <a:ext cx="110893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Il n’y a pas de différence entre les résultats du processing1 et du processing4. Cela permet de tirer plusieurs conclusions: 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FF0000"/>
                </a:solidFill>
              </a:rPr>
              <a:t>Ajout de la </a:t>
            </a:r>
            <a:r>
              <a:rPr lang="fr-FR" dirty="0" err="1">
                <a:solidFill>
                  <a:srgbClr val="FF0000"/>
                </a:solidFill>
              </a:rPr>
              <a:t>reref</a:t>
            </a:r>
            <a:r>
              <a:rPr lang="fr-FR" dirty="0">
                <a:solidFill>
                  <a:srgbClr val="FF0000"/>
                </a:solidFill>
              </a:rPr>
              <a:t> sur Cz au début de </a:t>
            </a:r>
            <a:r>
              <a:rPr lang="fr-FR" dirty="0" err="1">
                <a:solidFill>
                  <a:srgbClr val="FF0000"/>
                </a:solidFill>
              </a:rPr>
              <a:t>processing</a:t>
            </a:r>
            <a:r>
              <a:rPr lang="fr-FR" dirty="0">
                <a:solidFill>
                  <a:srgbClr val="FF0000"/>
                </a:solidFill>
              </a:rPr>
              <a:t> ne change rien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FF0000"/>
                </a:solidFill>
              </a:rPr>
              <a:t>L’update de </a:t>
            </a:r>
            <a:r>
              <a:rPr lang="fr-FR" dirty="0" err="1">
                <a:solidFill>
                  <a:srgbClr val="FF0000"/>
                </a:solidFill>
              </a:rPr>
              <a:t>EEGpal</a:t>
            </a:r>
            <a:r>
              <a:rPr lang="fr-FR" dirty="0">
                <a:solidFill>
                  <a:srgbClr val="FF0000"/>
                </a:solidFill>
              </a:rPr>
              <a:t> à la version 2.2 (EEGLAB 2026) ne change rien</a:t>
            </a:r>
          </a:p>
        </p:txBody>
      </p:sp>
    </p:spTree>
    <p:extLst>
      <p:ext uri="{BB962C8B-B14F-4D97-AF65-F5344CB8AC3E}">
        <p14:creationId xmlns:p14="http://schemas.microsoft.com/office/powerpoint/2010/main" val="3786020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15B9E-96D8-E1E6-1BBB-EA4C93DAF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86854"/>
            <a:ext cx="9144000" cy="1242146"/>
          </a:xfrm>
        </p:spPr>
        <p:txBody>
          <a:bodyPr/>
          <a:lstStyle/>
          <a:p>
            <a:r>
              <a:rPr lang="en-US" sz="4800" dirty="0"/>
              <a:t>Validation 2 de </a:t>
            </a:r>
            <a:r>
              <a:rPr lang="en-US" sz="4800" dirty="0" err="1"/>
              <a:t>EEGpal</a:t>
            </a:r>
            <a:r>
              <a:rPr lang="en-US" sz="4800" dirty="0"/>
              <a:t> v2.2</a:t>
            </a:r>
            <a:br>
              <a:rPr lang="en-US" sz="4800" dirty="0"/>
            </a:br>
            <a:r>
              <a:rPr lang="en-US" sz="4800" dirty="0"/>
              <a:t>Nouveau processing des data de </a:t>
            </a:r>
            <a:r>
              <a:rPr lang="en-US" sz="4800" dirty="0" err="1"/>
              <a:t>ERPcore</a:t>
            </a:r>
            <a:r>
              <a:rPr lang="en-US" sz="4800" dirty="0"/>
              <a:t> (N170) pour après review de la </a:t>
            </a:r>
            <a:r>
              <a:rPr lang="en-US" sz="4800" dirty="0" err="1"/>
              <a:t>permière</a:t>
            </a:r>
            <a:r>
              <a:rPr lang="en-US" sz="4800" dirty="0"/>
              <a:t> version de </a:t>
            </a:r>
            <a:r>
              <a:rPr lang="en-US" sz="4800" dirty="0" err="1"/>
              <a:t>l’article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0F9E9-167D-C51A-C605-2D714D13D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3468" y="4938469"/>
            <a:ext cx="9144000" cy="56460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Michaël Mouthon</a:t>
            </a:r>
          </a:p>
          <a:p>
            <a:r>
              <a:rPr lang="en-US" dirty="0"/>
              <a:t>27.09.2026</a:t>
            </a:r>
          </a:p>
        </p:txBody>
      </p:sp>
    </p:spTree>
    <p:extLst>
      <p:ext uri="{BB962C8B-B14F-4D97-AF65-F5344CB8AC3E}">
        <p14:creationId xmlns:p14="http://schemas.microsoft.com/office/powerpoint/2010/main" val="211341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7797-EDA5-9793-5F6A-BBA4F0EE9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750"/>
            <a:ext cx="10515600" cy="483287"/>
          </a:xfrm>
        </p:spPr>
        <p:txBody>
          <a:bodyPr/>
          <a:lstStyle/>
          <a:p>
            <a:r>
              <a:rPr lang="fr-FR" sz="3200" dirty="0"/>
              <a:t>Redo </a:t>
            </a:r>
            <a:r>
              <a:rPr lang="fr-FR" sz="3200" dirty="0" err="1"/>
              <a:t>processing</a:t>
            </a:r>
            <a:r>
              <a:rPr lang="fr-FR" sz="3200" dirty="0"/>
              <a:t> to compare </a:t>
            </a:r>
            <a:r>
              <a:rPr lang="fr-FR" sz="3200" dirty="0" err="1"/>
              <a:t>with</a:t>
            </a:r>
            <a:r>
              <a:rPr lang="fr-FR" sz="3200" dirty="0"/>
              <a:t> </a:t>
            </a:r>
            <a:r>
              <a:rPr lang="fr-FR" sz="3200" dirty="0" err="1"/>
              <a:t>Kappermann</a:t>
            </a:r>
            <a:r>
              <a:rPr lang="fr-FR" sz="3200" dirty="0"/>
              <a:t> (en rouge les nouveauté)</a:t>
            </a:r>
            <a:endParaRPr lang="fr-CH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EF46-B634-510E-204E-B9638EA0B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Reref</a:t>
            </a:r>
            <a:r>
              <a:rPr lang="fr-FR" dirty="0">
                <a:solidFill>
                  <a:srgbClr val="FF0000"/>
                </a:solidFill>
              </a:rPr>
              <a:t> sur </a:t>
            </a:r>
            <a:r>
              <a:rPr lang="fr-FR" dirty="0" err="1">
                <a:solidFill>
                  <a:srgbClr val="FF0000"/>
                </a:solidFill>
              </a:rPr>
              <a:t>average</a:t>
            </a:r>
            <a:r>
              <a:rPr lang="fr-FR" dirty="0">
                <a:solidFill>
                  <a:srgbClr val="FF0000"/>
                </a:solidFill>
              </a:rPr>
              <a:t> des électrodes P9 et P10</a:t>
            </a:r>
          </a:p>
          <a:p>
            <a:r>
              <a:rPr lang="fr-FR" dirty="0" err="1"/>
              <a:t>Filtering</a:t>
            </a:r>
            <a:r>
              <a:rPr lang="fr-FR" dirty="0"/>
              <a:t> + : </a:t>
            </a:r>
            <a:r>
              <a:rPr lang="fr-FR" dirty="0" err="1"/>
              <a:t>eeglab</a:t>
            </a:r>
            <a:r>
              <a:rPr lang="fr-FR" dirty="0"/>
              <a:t> </a:t>
            </a:r>
            <a:r>
              <a:rPr lang="fr-FR" dirty="0" err="1"/>
              <a:t>filter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0.1Hz avec </a:t>
            </a:r>
            <a:r>
              <a:rPr lang="fr-FR" dirty="0" err="1"/>
              <a:t>downoad</a:t>
            </a:r>
            <a:r>
              <a:rPr lang="fr-FR" dirty="0"/>
              <a:t> </a:t>
            </a:r>
            <a:r>
              <a:rPr lang="fr-FR" dirty="0" err="1"/>
              <a:t>sample</a:t>
            </a:r>
            <a:r>
              <a:rPr lang="fr-FR" dirty="0"/>
              <a:t> à 256 Hz</a:t>
            </a:r>
          </a:p>
          <a:p>
            <a:r>
              <a:rPr lang="fr-FR" dirty="0"/>
              <a:t>Cut les break </a:t>
            </a:r>
            <a:r>
              <a:rPr lang="fr-FR" dirty="0" err="1"/>
              <a:t>period</a:t>
            </a:r>
            <a:r>
              <a:rPr lang="fr-FR" dirty="0"/>
              <a:t> avec </a:t>
            </a:r>
            <a:r>
              <a:rPr lang="fr-FR" dirty="0" err="1"/>
              <a:t>FileCut</a:t>
            </a:r>
            <a:r>
              <a:rPr lang="fr-FR" dirty="0"/>
              <a:t>(on peut reprendre les </a:t>
            </a:r>
            <a:r>
              <a:rPr lang="fr-FR" dirty="0" err="1"/>
              <a:t>mrk</a:t>
            </a:r>
            <a:r>
              <a:rPr lang="fr-FR" dirty="0"/>
              <a:t> des fichier précédent)</a:t>
            </a:r>
          </a:p>
          <a:p>
            <a:r>
              <a:rPr lang="fr-FR" dirty="0"/>
              <a:t>ICA to </a:t>
            </a:r>
            <a:r>
              <a:rPr lang="fr-FR" dirty="0" err="1"/>
              <a:t>remove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eye</a:t>
            </a:r>
            <a:r>
              <a:rPr lang="fr-FR" dirty="0"/>
              <a:t> compounds (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ignoring</a:t>
            </a:r>
            <a:r>
              <a:rPr lang="fr-FR" dirty="0"/>
              <a:t> </a:t>
            </a:r>
            <a:r>
              <a:rPr lang="fr-FR" dirty="0" err="1"/>
              <a:t>bad</a:t>
            </a:r>
            <a:r>
              <a:rPr lang="fr-FR" dirty="0"/>
              <a:t> channels)</a:t>
            </a:r>
          </a:p>
          <a:p>
            <a:r>
              <a:rPr lang="fr-FR" dirty="0"/>
              <a:t>Interpolation of the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electrodes</a:t>
            </a:r>
            <a:r>
              <a:rPr lang="fr-FR" dirty="0"/>
              <a:t> as the </a:t>
            </a:r>
            <a:r>
              <a:rPr lang="fr-FR" dirty="0" err="1"/>
              <a:t>authors</a:t>
            </a:r>
            <a:r>
              <a:rPr lang="fr-FR" dirty="0"/>
              <a:t> </a:t>
            </a:r>
            <a:r>
              <a:rPr lang="fr-FR" dirty="0" err="1"/>
              <a:t>suggested</a:t>
            </a:r>
            <a:r>
              <a:rPr lang="fr-FR" dirty="0"/>
              <a:t> (</a:t>
            </a:r>
            <a:r>
              <a:rPr lang="fr-FR" dirty="0" err="1"/>
              <a:t>according</a:t>
            </a:r>
            <a:r>
              <a:rPr lang="fr-FR" dirty="0"/>
              <a:t> to the file </a:t>
            </a:r>
            <a:r>
              <a:rPr lang="nl-NL" dirty="0"/>
              <a:t>\processing_scripts\EEG_ERP_Processing</a:t>
            </a:r>
            <a:r>
              <a:rPr lang="fr-FR" dirty="0"/>
              <a:t>\Interpolate_Channels_N170.xlsx</a:t>
            </a:r>
          </a:p>
          <a:p>
            <a:r>
              <a:rPr lang="fr-FR" dirty="0" err="1">
                <a:solidFill>
                  <a:srgbClr val="FF0000"/>
                </a:solidFill>
              </a:rPr>
              <a:t>Reref</a:t>
            </a:r>
            <a:r>
              <a:rPr lang="fr-FR" dirty="0">
                <a:solidFill>
                  <a:srgbClr val="FF0000"/>
                </a:solidFill>
              </a:rPr>
              <a:t> to </a:t>
            </a:r>
            <a:r>
              <a:rPr lang="fr-FR" dirty="0" err="1">
                <a:solidFill>
                  <a:srgbClr val="FF0000"/>
                </a:solidFill>
              </a:rPr>
              <a:t>average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reference</a:t>
            </a:r>
            <a:r>
              <a:rPr lang="fr-FR" dirty="0">
                <a:solidFill>
                  <a:srgbClr val="FF0000"/>
                </a:solidFill>
              </a:rPr>
              <a:t> (ça aucun sens de le faire avant l’interpolation)</a:t>
            </a:r>
            <a:endParaRPr lang="fr-FR" dirty="0"/>
          </a:p>
          <a:p>
            <a:r>
              <a:rPr lang="fr-FR" dirty="0" err="1"/>
              <a:t>Epoching</a:t>
            </a:r>
            <a:r>
              <a:rPr lang="fr-FR" dirty="0"/>
              <a:t> -200 to 800ms and shift the trigger of 26ms. </a:t>
            </a:r>
            <a:br>
              <a:rPr lang="fr-FR" dirty="0"/>
            </a:br>
            <a:r>
              <a:rPr lang="fr-FR" dirty="0"/>
              <a:t>Pre-</a:t>
            </a:r>
            <a:r>
              <a:rPr lang="fr-FR" dirty="0" err="1"/>
              <a:t>baseline</a:t>
            </a:r>
            <a:r>
              <a:rPr lang="fr-FR" dirty="0"/>
              <a:t> correction -200 to 0ms</a:t>
            </a:r>
            <a:br>
              <a:rPr lang="fr-FR" dirty="0"/>
            </a:br>
            <a:r>
              <a:rPr lang="fr-FR" dirty="0"/>
              <a:t>Artefact </a:t>
            </a:r>
            <a:r>
              <a:rPr lang="fr-FR" dirty="0" err="1"/>
              <a:t>rejaction</a:t>
            </a:r>
            <a:r>
              <a:rPr lang="fr-FR" dirty="0"/>
              <a:t> Amplitude a 300 </a:t>
            </a:r>
            <a:r>
              <a:rPr lang="fr-FR" dirty="0" err="1"/>
              <a:t>uV</a:t>
            </a:r>
            <a:r>
              <a:rPr lang="fr-FR" dirty="0"/>
              <a:t> + jump 50uV</a:t>
            </a:r>
          </a:p>
          <a:p>
            <a:r>
              <a:rPr lang="fr-FR" dirty="0"/>
              <a:t>Filter </a:t>
            </a:r>
            <a:r>
              <a:rPr lang="fr-FR" dirty="0" err="1"/>
              <a:t>low</a:t>
            </a:r>
            <a:r>
              <a:rPr lang="fr-FR" dirty="0"/>
              <a:t> </a:t>
            </a:r>
            <a:r>
              <a:rPr lang="fr-FR" dirty="0" err="1"/>
              <a:t>pass</a:t>
            </a:r>
            <a:r>
              <a:rPr lang="fr-FR" dirty="0"/>
              <a:t> à 20 Hz (mais c’est pourri de le faire)</a:t>
            </a:r>
            <a:br>
              <a:rPr lang="fr-FR" dirty="0"/>
            </a:br>
            <a:endParaRPr lang="fr-FR" dirty="0"/>
          </a:p>
          <a:p>
            <a:r>
              <a:rPr lang="fr-FR" dirty="0"/>
              <a:t>ERP1 for trigger 1-40 (face) and ERP2 for trigger 41 -80 (car)</a:t>
            </a:r>
            <a:br>
              <a:rPr lang="fr-FR" dirty="0"/>
            </a:br>
            <a:r>
              <a:rPr lang="fr-FR" dirty="0" err="1"/>
              <a:t>Substraction</a:t>
            </a:r>
            <a:r>
              <a:rPr lang="fr-FR" dirty="0"/>
              <a:t> ERP1-ERP2</a:t>
            </a:r>
          </a:p>
          <a:p>
            <a:endParaRPr lang="fr-FR" dirty="0"/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713361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29A9-DF7C-A95E-F99D-3D4463D51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</a:t>
            </a:r>
            <a:r>
              <a:rPr lang="fr-FR" dirty="0" err="1"/>
              <a:t>EEGpal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submission1 et submission2 sur Grand </a:t>
            </a:r>
            <a:r>
              <a:rPr lang="fr-FR" dirty="0" err="1"/>
              <a:t>Average</a:t>
            </a:r>
            <a:r>
              <a:rPr lang="fr-FR" dirty="0"/>
              <a:t> 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699F9-16BB-2D2D-27D1-C0E57297EF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195" b="10876"/>
          <a:stretch>
            <a:fillRect/>
          </a:stretch>
        </p:blipFill>
        <p:spPr>
          <a:xfrm>
            <a:off x="0" y="1145513"/>
            <a:ext cx="12192000" cy="38686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8B1868-451D-09B5-8423-6A21E4E59EF0}"/>
              </a:ext>
            </a:extLst>
          </p:cNvPr>
          <p:cNvSpPr txBox="1"/>
          <p:nvPr/>
        </p:nvSpPr>
        <p:spPr>
          <a:xfrm>
            <a:off x="351692" y="5285433"/>
            <a:ext cx="600972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Black = </a:t>
            </a:r>
            <a:r>
              <a:rPr lang="fr-FR" dirty="0" err="1"/>
              <a:t>processing</a:t>
            </a:r>
            <a:r>
              <a:rPr lang="fr-FR" dirty="0"/>
              <a:t> effectué pour la submission1</a:t>
            </a:r>
          </a:p>
          <a:p>
            <a:r>
              <a:rPr lang="fr-FR" dirty="0"/>
              <a:t>Red= </a:t>
            </a:r>
            <a:r>
              <a:rPr lang="fr-FR" dirty="0" err="1"/>
              <a:t>processing</a:t>
            </a:r>
            <a:r>
              <a:rPr lang="fr-FR" dirty="0"/>
              <a:t> effectué pour la submission2 (</a:t>
            </a:r>
            <a:r>
              <a:rPr lang="fr-FR" dirty="0" err="1"/>
              <a:t>reref</a:t>
            </a:r>
            <a:r>
              <a:rPr lang="fr-FR" dirty="0"/>
              <a:t> au début)</a:t>
            </a:r>
          </a:p>
          <a:p>
            <a:endParaRPr lang="fr-FR" dirty="0"/>
          </a:p>
          <a:p>
            <a:r>
              <a:rPr lang="fr-FR" dirty="0"/>
              <a:t>C’est exactement le même résultats !!!!!!!!!!!!!!!!!!!!!!!!!!!!</a:t>
            </a:r>
          </a:p>
          <a:p>
            <a:r>
              <a:rPr lang="fr-FR" b="1" dirty="0"/>
              <a:t>Ça permet aussi de valider </a:t>
            </a:r>
            <a:r>
              <a:rPr lang="fr-FR" b="1" dirty="0" err="1"/>
              <a:t>EEGpal</a:t>
            </a:r>
            <a:r>
              <a:rPr lang="fr-FR" b="1" dirty="0"/>
              <a:t> 2.2</a:t>
            </a:r>
            <a:endParaRPr lang="LID4096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D3310-2DC1-4D1A-3CA7-50EF755FAC66}"/>
              </a:ext>
            </a:extLst>
          </p:cNvPr>
          <p:cNvSpPr txBox="1"/>
          <p:nvPr/>
        </p:nvSpPr>
        <p:spPr>
          <a:xfrm>
            <a:off x="3356553" y="4916101"/>
            <a:ext cx="1470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Peak a 125ms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45025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73A0E-BE05-A039-7211-54C94E1F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</a:t>
            </a:r>
            <a:r>
              <a:rPr lang="fr-FR" dirty="0" err="1"/>
              <a:t>EEGpal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submission1 et submission2 sur Peak </a:t>
            </a:r>
            <a:r>
              <a:rPr lang="fr-FR" dirty="0" err="1"/>
              <a:t>detection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670171-1E25-A9AB-AD53-1E04FA8FA3A0}"/>
              </a:ext>
            </a:extLst>
          </p:cNvPr>
          <p:cNvSpPr txBox="1"/>
          <p:nvPr/>
        </p:nvSpPr>
        <p:spPr>
          <a:xfrm>
            <a:off x="432079" y="1336431"/>
            <a:ext cx="11193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Detection</a:t>
            </a:r>
            <a:r>
              <a:rPr lang="fr-FR" dirty="0"/>
              <a:t> automatique du </a:t>
            </a:r>
            <a:r>
              <a:rPr lang="fr-FR" dirty="0" err="1"/>
              <a:t>peak</a:t>
            </a:r>
            <a:r>
              <a:rPr lang="fr-FR" dirty="0"/>
              <a:t> entre 85 et 175 ms </a:t>
            </a:r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4763AF-80EB-0D62-3439-EC833C3F6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516" y="1872985"/>
            <a:ext cx="5639587" cy="36485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7E323E-18B2-1434-7E2B-A56B2CB456D4}"/>
              </a:ext>
            </a:extLst>
          </p:cNvPr>
          <p:cNvSpPr txBox="1"/>
          <p:nvPr/>
        </p:nvSpPr>
        <p:spPr>
          <a:xfrm>
            <a:off x="1175657" y="2813540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Amplitude 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7FD675-3737-128A-BF1A-C239FC6E6287}"/>
              </a:ext>
            </a:extLst>
          </p:cNvPr>
          <p:cNvSpPr txBox="1"/>
          <p:nvPr/>
        </p:nvSpPr>
        <p:spPr>
          <a:xfrm>
            <a:off x="1470417" y="3059668"/>
            <a:ext cx="923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latence </a:t>
            </a:r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2A8CF-1A00-7050-148F-6C41E1324591}"/>
              </a:ext>
            </a:extLst>
          </p:cNvPr>
          <p:cNvSpPr txBox="1"/>
          <p:nvPr/>
        </p:nvSpPr>
        <p:spPr>
          <a:xfrm>
            <a:off x="94305" y="4360956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Amplitude submission1 </a:t>
            </a:r>
            <a:endParaRPr lang="LID4096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2B7F6E-F0D2-0EBA-1E0B-81FA392B1FF6}"/>
              </a:ext>
            </a:extLst>
          </p:cNvPr>
          <p:cNvSpPr txBox="1"/>
          <p:nvPr/>
        </p:nvSpPr>
        <p:spPr>
          <a:xfrm>
            <a:off x="94305" y="4897510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Amplitude submission2 </a:t>
            </a:r>
            <a:endParaRPr lang="LID4096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C12E0E-690B-C8B3-D58D-875160254DB1}"/>
              </a:ext>
            </a:extLst>
          </p:cNvPr>
          <p:cNvSpPr txBox="1"/>
          <p:nvPr/>
        </p:nvSpPr>
        <p:spPr>
          <a:xfrm>
            <a:off x="344181" y="5184419"/>
            <a:ext cx="218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Latence submission2 </a:t>
            </a:r>
            <a:endParaRPr lang="LID4096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0E6E99-EE65-4880-1EF4-F7908B4A3DB0}"/>
              </a:ext>
            </a:extLst>
          </p:cNvPr>
          <p:cNvSpPr txBox="1"/>
          <p:nvPr/>
        </p:nvSpPr>
        <p:spPr>
          <a:xfrm>
            <a:off x="344181" y="4629233"/>
            <a:ext cx="218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Latence submission1 </a:t>
            </a:r>
            <a:endParaRPr lang="LID4096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ED4988-F0CC-FBFB-3BD1-FA466E7B38C2}"/>
              </a:ext>
            </a:extLst>
          </p:cNvPr>
          <p:cNvSpPr txBox="1"/>
          <p:nvPr/>
        </p:nvSpPr>
        <p:spPr>
          <a:xfrm>
            <a:off x="2984360" y="5767754"/>
            <a:ext cx="239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Il y a aucune différence</a:t>
            </a:r>
            <a:endParaRPr lang="LID4096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547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384D3-7BC4-465F-70AD-5E0BE0086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9ED2B-5E13-E62F-AF82-5DD57B34B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fr-FR" dirty="0"/>
              <a:t>Modification du </a:t>
            </a:r>
            <a:r>
              <a:rPr lang="fr-FR" dirty="0" err="1"/>
              <a:t>processing</a:t>
            </a:r>
            <a:r>
              <a:rPr lang="fr-FR" dirty="0"/>
              <a:t> proposé par le </a:t>
            </a:r>
            <a:r>
              <a:rPr lang="fr-FR" dirty="0" err="1"/>
              <a:t>reviewer</a:t>
            </a:r>
            <a:r>
              <a:rPr lang="fr-FR" dirty="0"/>
              <a:t> 2 ne change absolument rien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 err="1"/>
              <a:t>EEGpal</a:t>
            </a:r>
            <a:r>
              <a:rPr lang="fr-FR" dirty="0"/>
              <a:t> 2.2 </a:t>
            </a:r>
            <a:r>
              <a:rPr lang="fr-FR"/>
              <a:t>est validé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6898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631</Words>
  <Application>Microsoft Office PowerPoint</Application>
  <PresentationFormat>Widescreen</PresentationFormat>
  <Paragraphs>63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Office Theme</vt:lpstr>
      <vt:lpstr>Validation EEGpal v2.2</vt:lpstr>
      <vt:lpstr>Description of the release</vt:lpstr>
      <vt:lpstr>Dataset</vt:lpstr>
      <vt:lpstr>Pipline</vt:lpstr>
      <vt:lpstr>Comparison of A13 between processing1 et processing4 (Black = processing 1 et red = processing 2)</vt:lpstr>
      <vt:lpstr>Comparaison entre les processing: P45 detection</vt:lpstr>
      <vt:lpstr>Validation 2 de EEGpal v2.2 Nouveau processing des data de ERPcore (N170) pour après review de la permière version de l’article</vt:lpstr>
      <vt:lpstr>Redo processing to compare with Kappermann (en rouge les nouveauté)</vt:lpstr>
      <vt:lpstr>Comparaison EEGpal processing between submission1 et submission2 sur Grand Average </vt:lpstr>
      <vt:lpstr>Comparaison EEGpal processing between submission1 et submission2 sur Peak detection</vt:lpstr>
      <vt:lpstr>Conclusion</vt:lpstr>
    </vt:vector>
  </TitlesOfParts>
  <Company>UNIFR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Validation EEGpal v1.1</dc:title>
  <dc:creator>MOUTHON Michael</dc:creator>
  <cp:lastModifiedBy>MOUTHON Michael</cp:lastModifiedBy>
  <cp:revision>82</cp:revision>
  <dcterms:created xsi:type="dcterms:W3CDTF">2024-05-02T10:44:28Z</dcterms:created>
  <dcterms:modified xsi:type="dcterms:W3CDTF">2026-10-10T10:50:43Z</dcterms:modified>
</cp:coreProperties>
</file>